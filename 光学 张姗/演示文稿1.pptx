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407" r:id="rId3"/>
    <p:sldId id="401" r:id="rId4"/>
    <p:sldId id="402" r:id="rId6"/>
    <p:sldId id="403" r:id="rId7"/>
    <p:sldId id="404" r:id="rId8"/>
    <p:sldId id="824" r:id="rId9"/>
    <p:sldId id="825" r:id="rId10"/>
    <p:sldId id="442" r:id="rId11"/>
    <p:sldId id="443" r:id="rId12"/>
    <p:sldId id="444" r:id="rId13"/>
    <p:sldId id="445" r:id="rId14"/>
    <p:sldId id="446" r:id="rId15"/>
    <p:sldId id="811" r:id="rId16"/>
    <p:sldId id="817" r:id="rId17"/>
    <p:sldId id="812" r:id="rId18"/>
    <p:sldId id="813" r:id="rId19"/>
    <p:sldId id="814" r:id="rId20"/>
    <p:sldId id="815" r:id="rId21"/>
    <p:sldId id="816" r:id="rId22"/>
    <p:sldId id="818" r:id="rId23"/>
    <p:sldId id="819" r:id="rId24"/>
    <p:sldId id="820" r:id="rId25"/>
    <p:sldId id="821" r:id="rId26"/>
    <p:sldId id="822" r:id="rId27"/>
    <p:sldId id="823" r:id="rId28"/>
    <p:sldId id="257" r:id="rId29"/>
    <p:sldId id="258" r:id="rId30"/>
    <p:sldId id="259" r:id="rId31"/>
    <p:sldId id="260" r:id="rId32"/>
    <p:sldId id="261" r:id="rId33"/>
    <p:sldId id="262" r:id="rId34"/>
    <p:sldId id="263" r:id="rId35"/>
    <p:sldId id="264" r:id="rId36"/>
    <p:sldId id="409" r:id="rId37"/>
    <p:sldId id="410" r:id="rId38"/>
    <p:sldId id="411" r:id="rId39"/>
    <p:sldId id="412" r:id="rId4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6"/>
    <p:restoredTop sz="85111" autoAdjust="0"/>
  </p:normalViewPr>
  <p:slideViewPr>
    <p:cSldViewPr snapToGrid="0" snapToObjects="1" showGuides="1">
      <p:cViewPr varScale="1">
        <p:scale>
          <a:sx n="97" d="100"/>
          <a:sy n="97" d="100"/>
        </p:scale>
        <p:origin x="200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6708B-BA3D-40F4-92F0-A43B09E098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78E35-83EA-4FB7-9BF5-2BDFFC3628E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14:cpLocks xmlns:a14="http://schemas.microsoft.com/office/drawing/2010/main" noGrp="1" noRot="1" noChangeAspect="1" noChangeArrowheads="1"/>
          </p:cNvSpPr>
          <p:nvPr>
            <p:ph type="sldImg"/>
          </p:nvPr>
        </p:nvSpPr>
        <p:spPr/>
      </p:sp>
      <p:sp>
        <p:nvSpPr>
          <p:cNvPr id="63491" name="备注占位符 2"/>
          <p:cNvSpPr>
            <a14:cpLocks xmlns:a14="http://schemas.microsoft.com/office/drawing/2010/main"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D</a:t>
            </a:r>
            <a:endParaRPr lang="zh-CN" altLang="en-US"/>
          </a:p>
        </p:txBody>
      </p:sp>
      <p:sp>
        <p:nvSpPr>
          <p:cNvPr id="63492" name="灯片编号占位符 3"/>
          <p:cNvSpPr>
            <a14:cpLocks xmlns:a14="http://schemas.microsoft.com/office/drawing/2010/main"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9pPr>
          </a:lstStyle>
          <a:p>
            <a:fld id="{FDB6278B-7B9D-428C-B4C2-B0652B1E00FD}" type="slidenum">
              <a:rPr lang="zh-CN" altLang="en-US" sz="1200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14:cpLocks xmlns:a14="http://schemas.microsoft.com/office/drawing/2010/main" noGrp="1" noRot="1" noChangeAspect="1" noChangeArrowheads="1"/>
          </p:cNvSpPr>
          <p:nvPr>
            <p:ph type="sldImg"/>
          </p:nvPr>
        </p:nvSpPr>
        <p:spPr/>
      </p:sp>
      <p:sp>
        <p:nvSpPr>
          <p:cNvPr id="65539" name="备注占位符 2"/>
          <p:cNvSpPr>
            <a14:cpLocks xmlns:a14="http://schemas.microsoft.com/office/drawing/2010/main"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65540" name="灯片编号占位符 3"/>
          <p:cNvSpPr>
            <a14:cpLocks xmlns:a14="http://schemas.microsoft.com/office/drawing/2010/main"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9pPr>
          </a:lstStyle>
          <a:p>
            <a:fld id="{F4DD1F83-2CF7-47CF-B05F-A4E5B9C63197}" type="slidenum">
              <a:rPr lang="zh-CN" altLang="en-US" sz="1200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14:cpLocks xmlns:a14="http://schemas.microsoft.com/office/drawing/2010/main" noGrp="1" noRot="1" noChangeAspect="1" noChangeArrowheads="1"/>
          </p:cNvSpPr>
          <p:nvPr>
            <p:ph type="sldImg"/>
          </p:nvPr>
        </p:nvSpPr>
        <p:spPr/>
      </p:sp>
      <p:sp>
        <p:nvSpPr>
          <p:cNvPr id="67587" name="备注占位符 2"/>
          <p:cNvSpPr>
            <a14:cpLocks xmlns:a14="http://schemas.microsoft.com/office/drawing/2010/main"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67588" name="灯片编号占位符 3"/>
          <p:cNvSpPr>
            <a14:cpLocks xmlns:a14="http://schemas.microsoft.com/office/drawing/2010/main"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9pPr>
          </a:lstStyle>
          <a:p>
            <a:fld id="{0574913A-99A7-4380-955E-1B9FA7CF3464}" type="slidenum">
              <a:rPr lang="zh-CN" altLang="en-US" sz="1200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14:cpLocks xmlns:a14="http://schemas.microsoft.com/office/drawing/2010/main" noGrp="1" noRot="1" noChangeAspect="1" noChangeArrowheads="1"/>
          </p:cNvSpPr>
          <p:nvPr>
            <p:ph type="sldImg"/>
          </p:nvPr>
        </p:nvSpPr>
        <p:spPr/>
      </p:sp>
      <p:sp>
        <p:nvSpPr>
          <p:cNvPr id="69635" name="备注占位符 2"/>
          <p:cNvSpPr>
            <a14:cpLocks xmlns:a14="http://schemas.microsoft.com/office/drawing/2010/main"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B</a:t>
            </a:r>
            <a:endParaRPr lang="zh-CN" altLang="en-US"/>
          </a:p>
        </p:txBody>
      </p:sp>
      <p:sp>
        <p:nvSpPr>
          <p:cNvPr id="69636" name="灯片编号占位符 3"/>
          <p:cNvSpPr>
            <a14:cpLocks xmlns:a14="http://schemas.microsoft.com/office/drawing/2010/main"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9pPr>
          </a:lstStyle>
          <a:p>
            <a:fld id="{447DCFEF-BA01-4312-9F51-D648055AA16C}" type="slidenum">
              <a:rPr lang="zh-CN" altLang="en-US" sz="1200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14:cpLocks xmlns:a14="http://schemas.microsoft.com/office/drawing/2010/main" noGrp="1" noRot="1" noChangeAspect="1" noChangeArrowheads="1"/>
          </p:cNvSpPr>
          <p:nvPr>
            <p:ph type="sldImg"/>
          </p:nvPr>
        </p:nvSpPr>
        <p:spPr/>
      </p:sp>
      <p:sp>
        <p:nvSpPr>
          <p:cNvPr id="71683" name="备注占位符 2"/>
          <p:cNvSpPr>
            <a14:cpLocks xmlns:a14="http://schemas.microsoft.com/office/drawing/2010/main"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A</a:t>
            </a:r>
            <a:endParaRPr lang="zh-CN" altLang="en-US"/>
          </a:p>
        </p:txBody>
      </p:sp>
      <p:sp>
        <p:nvSpPr>
          <p:cNvPr id="71684" name="灯片编号占位符 3"/>
          <p:cNvSpPr>
            <a14:cpLocks xmlns:a14="http://schemas.microsoft.com/office/drawing/2010/main"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9pPr>
          </a:lstStyle>
          <a:p>
            <a:fld id="{C8D4DE5A-5569-4E0B-A39A-B10FBBBEE7DB}" type="slidenum">
              <a:rPr lang="zh-CN" altLang="en-US" sz="1200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14:cpLocks xmlns:a14="http://schemas.microsoft.com/office/drawing/2010/main" noGrp="1" noRot="1" noChangeAspect="1" noChangeArrowheads="1"/>
          </p:cNvSpPr>
          <p:nvPr>
            <p:ph type="sldImg"/>
          </p:nvPr>
        </p:nvSpPr>
        <p:spPr/>
      </p:sp>
      <p:sp>
        <p:nvSpPr>
          <p:cNvPr id="73731" name="备注占位符 2"/>
          <p:cNvSpPr>
            <a14:cpLocks xmlns:a14="http://schemas.microsoft.com/office/drawing/2010/main"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73732" name="灯片编号占位符 3"/>
          <p:cNvSpPr>
            <a14:cpLocks xmlns:a14="http://schemas.microsoft.com/office/drawing/2010/main"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FF"/>
                </a:solidFill>
                <a:latin typeface="Times New Roman" charset="0"/>
                <a:ea typeface="宋体" charset="-122"/>
              </a:defRPr>
            </a:lvl9pPr>
          </a:lstStyle>
          <a:p>
            <a:fld id="{C962A974-0A90-4402-A1F8-991745C16866}" type="slidenum">
              <a:rPr lang="zh-CN" altLang="en-US" sz="1200" smtClean="0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7DDCCD-8400-4F6C-9244-3773600356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7DDCCD-8400-4F6C-9244-3773600356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7DDCCD-8400-4F6C-9244-3773600356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7DDCCD-8400-4F6C-9244-3773600356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7DDCCD-8400-4F6C-9244-3773600356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  <p:txBody>
          <a:bodyPr/>
          <a:lstStyle/>
          <a:p>
            <a:fld id="{473F45E6-5D27-4DAB-A74F-3ACF7AB047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14:cpLocks xmlns:a14="http://schemas.microsoft.com/office/drawing/2010/main"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14:cpLocks xmlns:a14="http://schemas.microsoft.com/office/drawing/2010/main"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14:cpLocks xmlns:a14="http://schemas.microsoft.com/office/drawing/2010/main"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14:cpLocks xmlns:a14="http://schemas.microsoft.com/office/drawing/2010/main"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Footer Placeholder 7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Footer Placeholder 3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14:cpLocks xmlns:a14="http://schemas.microsoft.com/office/drawing/2010/main"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14:cpLocks xmlns:a14="http://schemas.microsoft.com/office/drawing/2010/main"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14:cpLocks xmlns:a14="http://schemas.microsoft.com/office/drawing/2010/main"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14:cpLocks xmlns:a14="http://schemas.microsoft.com/office/drawing/2010/main"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8459A904-0526-E942-BB74-3EE8A8E4C2E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60AC6330-728B-644E-B4F1-CAB90FBD4A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9A904-0526-E942-BB74-3EE8A8E4C2E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C6330-728B-644E-B4F1-CAB90FBD4AF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7.xml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Relationship Id="rId3" Type="http://schemas.openxmlformats.org/officeDocument/2006/relationships/oleObject" Target="../embeddings/oleObject2.bin"/><Relationship Id="rId2" Type="http://schemas.openxmlformats.org/officeDocument/2006/relationships/oleObject" Target="../embeddings/oleObject1.bin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oleObject" Target="../embeddings/oleObject5.bin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oleObject" Target="../embeddings/oleObject6.bin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oleObject" Target="../embeddings/oleObject7.bin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oleObject" Target="../embeddings/oleObject8.bin"/><Relationship Id="rId2" Type="http://schemas.openxmlformats.org/officeDocument/2006/relationships/tags" Target="../tags/tag1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oleObject" Target="../embeddings/oleObject9.bin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oleObject" Target="../embeddings/oleObject10.bin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oleObject" Target="../embeddings/oleObject11.bin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oleObject" Target="../embeddings/oleObject13.bin"/><Relationship Id="rId2" Type="http://schemas.openxmlformats.org/officeDocument/2006/relationships/oleObject" Target="../embeddings/oleObject12.bin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oleObject" Target="../embeddings/oleObject14.bin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oleObject" Target="../embeddings/oleObject15.bin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oleObject" Target="../embeddings/oleObject16.bin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oleObject" Target="../embeddings/oleObject17.bin"/><Relationship Id="rId1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oleObject" Target="../embeddings/oleObject19.bin"/><Relationship Id="rId2" Type="http://schemas.openxmlformats.org/officeDocument/2006/relationships/oleObject" Target="../embeddings/oleObject18.bin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9.png"/><Relationship Id="rId3" Type="http://schemas.openxmlformats.org/officeDocument/2006/relationships/oleObject" Target="../embeddings/oleObject21.bin"/><Relationship Id="rId2" Type="http://schemas.openxmlformats.org/officeDocument/2006/relationships/oleObject" Target="../embeddings/oleObject20.bin"/><Relationship Id="rId1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oleObject" Target="../embeddings/oleObject25.bin"/><Relationship Id="rId4" Type="http://schemas.openxmlformats.org/officeDocument/2006/relationships/image" Target="../media/image41.png"/><Relationship Id="rId3" Type="http://schemas.openxmlformats.org/officeDocument/2006/relationships/oleObject" Target="../embeddings/oleObject24.bin"/><Relationship Id="rId2" Type="http://schemas.openxmlformats.org/officeDocument/2006/relationships/oleObject" Target="../embeddings/oleObject23.bin"/><Relationship Id="rId1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oleObject" Target="../embeddings/oleObject27.bin"/><Relationship Id="rId2" Type="http://schemas.openxmlformats.org/officeDocument/2006/relationships/oleObject" Target="../embeddings/oleObject26.bin"/><Relationship Id="rId1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oleObject" Target="../embeddings/oleObject29.bin"/><Relationship Id="rId2" Type="http://schemas.openxmlformats.org/officeDocument/2006/relationships/oleObject" Target="../embeddings/oleObject28.bin"/><Relationship Id="rId1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07868" y="1445334"/>
            <a:ext cx="203132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理解掌握以下概念</a:t>
            </a:r>
            <a:endParaRPr lang="en-US" altLang="zh-CN" dirty="0"/>
          </a:p>
          <a:p>
            <a:r>
              <a:rPr lang="zh-CN" altLang="en-US" dirty="0"/>
              <a:t>散射</a:t>
            </a:r>
            <a:endParaRPr lang="en-US" altLang="zh-CN" dirty="0"/>
          </a:p>
          <a:p>
            <a:r>
              <a:rPr lang="zh-CN" altLang="en-US" dirty="0"/>
              <a:t>黑体辐射</a:t>
            </a:r>
            <a:endParaRPr lang="en-US" altLang="zh-CN" dirty="0"/>
          </a:p>
          <a:p>
            <a:r>
              <a:rPr lang="zh-CN" altLang="en-US" dirty="0"/>
              <a:t>光电效应</a:t>
            </a:r>
            <a:endParaRPr lang="en-US" altLang="zh-CN" dirty="0"/>
          </a:p>
          <a:p>
            <a:r>
              <a:rPr lang="zh-CN" altLang="en-US" dirty="0"/>
              <a:t>激光原理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807868" y="3320840"/>
            <a:ext cx="226215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以下章节为考试重点</a:t>
            </a:r>
            <a:endParaRPr lang="en-US" altLang="zh-CN" dirty="0"/>
          </a:p>
          <a:p>
            <a:r>
              <a:rPr lang="en-US" altLang="zh-CN" dirty="0"/>
              <a:t>1.3 1.6 1.7  1.8</a:t>
            </a:r>
            <a:endParaRPr lang="en-US" altLang="zh-CN" dirty="0"/>
          </a:p>
          <a:p>
            <a:r>
              <a:rPr lang="en-US" altLang="zh-CN" dirty="0"/>
              <a:t>2.3 2.4 4.10 2.5</a:t>
            </a:r>
            <a:endParaRPr lang="en-US" altLang="zh-CN" dirty="0"/>
          </a:p>
          <a:p>
            <a:r>
              <a:rPr lang="en-US" altLang="zh-CN" dirty="0"/>
              <a:t>5.1 -5.8</a:t>
            </a:r>
            <a:endParaRPr lang="en-US" altLang="zh-CN" dirty="0"/>
          </a:p>
          <a:p>
            <a:r>
              <a:rPr lang="en-US" altLang="zh-CN" dirty="0"/>
              <a:t>6.3</a:t>
            </a:r>
            <a:endParaRPr lang="en-US" altLang="zh-CN" dirty="0"/>
          </a:p>
          <a:p>
            <a:r>
              <a:rPr lang="en-US" altLang="zh-CN" dirty="0"/>
              <a:t>7.2 -7.4</a:t>
            </a:r>
            <a:endParaRPr lang="en-US" altLang="zh-CN" dirty="0"/>
          </a:p>
          <a:p>
            <a:r>
              <a:rPr lang="en-US" altLang="zh-CN" dirty="0"/>
              <a:t>8.2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341438"/>
            <a:ext cx="5057775" cy="431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890588"/>
            <a:ext cx="5029200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342900"/>
            <a:ext cx="4962525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028700"/>
            <a:ext cx="50387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804863"/>
            <a:ext cx="5000625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268413"/>
            <a:ext cx="4962525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466850"/>
            <a:ext cx="708660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620688"/>
            <a:ext cx="7067550" cy="4010025"/>
          </a:xfrm>
          <a:prstGeom prst="rect">
            <a:avLst/>
          </a:prstGeom>
        </p:spPr>
      </p:pic>
      <p:grpSp>
        <p:nvGrpSpPr>
          <p:cNvPr id="47" name="组合 174082"/>
          <p:cNvGrpSpPr/>
          <p:nvPr/>
        </p:nvGrpSpPr>
        <p:grpSpPr bwMode="auto">
          <a:xfrm>
            <a:off x="3419872" y="1844824"/>
            <a:ext cx="5429250" cy="2459037"/>
            <a:chOff x="1296" y="1139"/>
            <a:chExt cx="3420" cy="1549"/>
          </a:xfrm>
        </p:grpSpPr>
        <p:sp>
          <p:nvSpPr>
            <p:cNvPr id="48" name="直接连接符 174083"/>
            <p:cNvSpPr>
              <a14:cpLocks xmlns:a14="http://schemas.microsoft.com/office/drawing/2010/main" noChangeShapeType="1"/>
            </p:cNvSpPr>
            <p:nvPr/>
          </p:nvSpPr>
          <p:spPr bwMode="auto">
            <a:xfrm>
              <a:off x="3297" y="1968"/>
              <a:ext cx="0" cy="34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" name="组合 174084"/>
            <p:cNvGrpSpPr/>
            <p:nvPr/>
          </p:nvGrpSpPr>
          <p:grpSpPr bwMode="auto">
            <a:xfrm>
              <a:off x="1296" y="1139"/>
              <a:ext cx="3420" cy="1549"/>
              <a:chOff x="1296" y="1139"/>
              <a:chExt cx="3420" cy="1549"/>
            </a:xfrm>
          </p:grpSpPr>
          <p:sp>
            <p:nvSpPr>
              <p:cNvPr id="50" name="任意多边形 174085"/>
              <p:cNvSpPr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2150" y="2228"/>
                <a:ext cx="46" cy="12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600" h="21600" fill="none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</a:path>
                  <a:path w="21600" h="21600" stroke="0">
                    <a:moveTo>
                      <a:pt x="0" y="0"/>
                    </a:moveTo>
                    <a:cubicBezTo>
                      <a:pt x="11929" y="0"/>
                      <a:pt x="21600" y="9671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直接连接符 174086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>
                <a:off x="3130" y="1996"/>
                <a:ext cx="0" cy="321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直接连接符 174087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>
                <a:off x="2553" y="2107"/>
                <a:ext cx="0" cy="21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直接连接符 174088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 flipV="1">
                <a:off x="2895" y="2204"/>
                <a:ext cx="236" cy="1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4" name="组合 174089"/>
              <p:cNvGrpSpPr/>
              <p:nvPr/>
            </p:nvGrpSpPr>
            <p:grpSpPr bwMode="auto">
              <a:xfrm>
                <a:off x="1296" y="1139"/>
                <a:ext cx="3420" cy="1549"/>
                <a:chOff x="1296" y="995"/>
                <a:chExt cx="3420" cy="1549"/>
              </a:xfrm>
            </p:grpSpPr>
            <p:sp>
              <p:nvSpPr>
                <p:cNvPr id="55" name="直接连接符 174090"/>
                <p:cNvSpPr>
                  <a14:cpLocks xmlns:a14="http://schemas.microsoft.com/office/drawing/2010/main" noChangeShapeType="1"/>
                </p:cNvSpPr>
                <p:nvPr/>
              </p:nvSpPr>
              <p:spPr bwMode="auto">
                <a:xfrm>
                  <a:off x="1296" y="1639"/>
                  <a:ext cx="338" cy="521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 type="none" w="med" len="sm"/>
                  <a:tailEnd type="non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56" name="组合 174091"/>
                <p:cNvGrpSpPr/>
                <p:nvPr/>
              </p:nvGrpSpPr>
              <p:grpSpPr bwMode="auto">
                <a:xfrm>
                  <a:off x="1307" y="995"/>
                  <a:ext cx="3409" cy="1549"/>
                  <a:chOff x="1307" y="803"/>
                  <a:chExt cx="3409" cy="1549"/>
                </a:xfrm>
              </p:grpSpPr>
              <p:sp>
                <p:nvSpPr>
                  <p:cNvPr id="57" name="直接连接符 174092"/>
                  <p:cNvSpPr>
                    <a14:cpLocks xmlns:a14="http://schemas.microsoft.com/office/drawing/2010/main" noChangeShapeType="1"/>
                  </p:cNvSpPr>
                  <p:nvPr/>
                </p:nvSpPr>
                <p:spPr bwMode="auto">
                  <a:xfrm>
                    <a:off x="2634" y="915"/>
                    <a:ext cx="158" cy="247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 type="none" w="med" len="sm"/>
                    <a:tailEnd type="none" w="med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58" name="组合 174093"/>
                  <p:cNvGrpSpPr/>
                  <p:nvPr/>
                </p:nvGrpSpPr>
                <p:grpSpPr bwMode="auto">
                  <a:xfrm>
                    <a:off x="1307" y="803"/>
                    <a:ext cx="3409" cy="1549"/>
                    <a:chOff x="1307" y="803"/>
                    <a:chExt cx="3409" cy="1549"/>
                  </a:xfrm>
                </p:grpSpPr>
                <p:sp>
                  <p:nvSpPr>
                    <p:cNvPr id="59" name="直接连接符 174094"/>
                    <p:cNvSpPr>
                      <a14:cpLocks xmlns:a14="http://schemas.microsoft.com/office/drawing/2010/main" noChangeShapeType="1"/>
                    </p:cNvSpPr>
                    <p:nvPr/>
                  </p:nvSpPr>
                  <p:spPr bwMode="auto">
                    <a:xfrm flipV="1">
                      <a:off x="1610" y="1645"/>
                      <a:ext cx="1682" cy="33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 type="none" w="med" len="sm"/>
                      <a:tailEnd type="none" w="med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0" name="直接连接符 174095"/>
                    <p:cNvSpPr>
                      <a14:cpLocks xmlns:a14="http://schemas.microsoft.com/office/drawing/2010/main" noChangeShapeType="1"/>
                    </p:cNvSpPr>
                    <p:nvPr/>
                  </p:nvSpPr>
                  <p:spPr bwMode="auto">
                    <a:xfrm flipV="1">
                      <a:off x="1307" y="1127"/>
                      <a:ext cx="1665" cy="334"/>
                    </a:xfrm>
                    <a:prstGeom prst="line">
                      <a:avLst/>
                    </a:prstGeom>
                    <a:noFill/>
                    <a:ln w="28575">
                      <a:solidFill>
                        <a:srgbClr val="000000"/>
                      </a:solidFill>
                      <a:round/>
                      <a:headEnd type="none" w="med" len="sm"/>
                      <a:tailEnd type="none" w="med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1" name="矩形 174096"/>
                    <p:cNvSpPr>
                      <a14:cpLocks xmlns:a14="http://schemas.microsoft.com/office/drawing/2010/main" noChangeArrowheads="1"/>
                    </p:cNvSpPr>
                    <p:nvPr/>
                  </p:nvSpPr>
                  <p:spPr bwMode="auto">
                    <a:xfrm>
                      <a:off x="2240" y="1791"/>
                      <a:ext cx="352" cy="32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2540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12700" tIns="12700" rIns="12700" bIns="12700"/>
                    <a:lstStyle>
                      <a:lvl1pPr>
                        <a:spcBef>
                          <a:spcPct val="20000"/>
                        </a:spcBef>
                        <a:buChar char="•"/>
                        <a:defRPr sz="32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algn="just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zh-CN" sz="2400" b="1" i="1">
                          <a:solidFill>
                            <a:srgbClr val="000000"/>
                          </a:solidFill>
                          <a:latin typeface="Times New Roman" charset="0"/>
                          <a:sym typeface="Symbol" pitchFamily="18" charset="2"/>
                        </a:rPr>
                        <a:t></a:t>
                      </a:r>
                      <a:endParaRPr lang="en-US" altLang="zh-CN" sz="2400" b="1">
                        <a:solidFill>
                          <a:srgbClr val="000000"/>
                        </a:solidFill>
                        <a:latin typeface="Times New Roman" charset="0"/>
                      </a:endParaRPr>
                    </a:p>
                  </p:txBody>
                </p:sp>
                <p:grpSp>
                  <p:nvGrpSpPr>
                    <p:cNvPr id="62" name="组合 174097"/>
                    <p:cNvGrpSpPr/>
                    <p:nvPr/>
                  </p:nvGrpSpPr>
                  <p:grpSpPr bwMode="auto">
                    <a:xfrm>
                      <a:off x="1308" y="803"/>
                      <a:ext cx="3408" cy="1549"/>
                      <a:chOff x="1308" y="803"/>
                      <a:chExt cx="3408" cy="1549"/>
                    </a:xfrm>
                  </p:grpSpPr>
                  <p:sp>
                    <p:nvSpPr>
                      <p:cNvPr id="63" name="直接连接符 174098"/>
                      <p:cNvSpPr>
                        <a14:cpLocks xmlns:a14="http://schemas.microsoft.com/office/drawing/2010/main" noChangeShapeType="1"/>
                      </p:cNvSpPr>
                      <p:nvPr/>
                    </p:nvSpPr>
                    <p:spPr bwMode="auto">
                      <a:xfrm>
                        <a:off x="3106" y="1680"/>
                        <a:ext cx="383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 type="none" w="med" len="sm"/>
                        <a:tailEnd type="none" w="med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4" name="直接连接符 174099"/>
                      <p:cNvSpPr>
                        <a14:cpLocks xmlns:a14="http://schemas.microsoft.com/office/drawing/2010/main" noChangeShapeType="1"/>
                      </p:cNvSpPr>
                      <p:nvPr/>
                    </p:nvSpPr>
                    <p:spPr bwMode="auto">
                      <a:xfrm>
                        <a:off x="2544" y="1791"/>
                        <a:ext cx="945" cy="0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 type="none" w="med" len="sm"/>
                        <a:tailEnd type="none" w="med" len="sm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5" name="直接连接符 174100"/>
                      <p:cNvSpPr>
                        <a14:cpLocks xmlns:a14="http://schemas.microsoft.com/office/drawing/2010/main" noChangeShapeType="1"/>
                      </p:cNvSpPr>
                      <p:nvPr/>
                    </p:nvSpPr>
                    <p:spPr bwMode="auto">
                      <a:xfrm>
                        <a:off x="3420" y="1501"/>
                        <a:ext cx="0" cy="186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 type="none" w="med" len="sm"/>
                        <a:tailEnd type="triangle" w="sm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6" name="直接连接符 174101"/>
                      <p:cNvSpPr>
                        <a14:cpLocks xmlns:a14="http://schemas.microsoft.com/office/drawing/2010/main" noChangeShapeType="1"/>
                      </p:cNvSpPr>
                      <p:nvPr/>
                    </p:nvSpPr>
                    <p:spPr bwMode="auto">
                      <a:xfrm flipV="1">
                        <a:off x="3420" y="1790"/>
                        <a:ext cx="0" cy="187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 type="none" w="med" len="sm"/>
                        <a:tailEnd type="triangle" w="sm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7" name="矩形 174102"/>
                      <p:cNvSpPr>
                        <a14:cpLocks xmlns:a14="http://schemas.microsoft.com/office/drawing/2010/main" noChangeArrowheads="1"/>
                      </p:cNvSpPr>
                      <p:nvPr/>
                    </p:nvSpPr>
                    <p:spPr bwMode="auto">
                      <a:xfrm>
                        <a:off x="3477" y="1570"/>
                        <a:ext cx="315" cy="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lIns="12700" tIns="12700" rIns="12700" bIns="12700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9pPr>
                      </a:lstStyle>
                      <a:p>
                        <a:pPr algn="just" eaLnBrk="1" hangingPunct="1">
                          <a:spcBef>
                            <a:spcPct val="0"/>
                          </a:spcBef>
                          <a:buFontTx/>
                          <a:buNone/>
                        </a:pPr>
                        <a:r>
                          <a:rPr lang="en-US" altLang="zh-CN" sz="2800" b="1">
                            <a:solidFill>
                              <a:srgbClr val="FF0000"/>
                            </a:solidFill>
                            <a:latin typeface="Times New Roman" charset="0"/>
                            <a:sym typeface="Symbol" pitchFamily="18" charset="2"/>
                          </a:rPr>
                          <a:t></a:t>
                        </a:r>
                        <a:r>
                          <a:rPr lang="en-US" altLang="zh-CN" sz="2800" b="1" i="1">
                            <a:solidFill>
                              <a:srgbClr val="FF0000"/>
                            </a:solidFill>
                            <a:latin typeface="Times New Roman" charset="0"/>
                          </a:rPr>
                          <a:t>h</a:t>
                        </a:r>
                        <a:endParaRPr lang="en-US" altLang="zh-CN" sz="2800" b="1">
                          <a:latin typeface="Times New Roman" charset="0"/>
                        </a:endParaRPr>
                      </a:p>
                    </p:txBody>
                  </p:sp>
                  <p:grpSp>
                    <p:nvGrpSpPr>
                      <p:cNvPr id="68" name="组合 174103"/>
                      <p:cNvGrpSpPr/>
                      <p:nvPr/>
                    </p:nvGrpSpPr>
                    <p:grpSpPr bwMode="auto">
                      <a:xfrm>
                        <a:off x="1308" y="803"/>
                        <a:ext cx="2004" cy="1549"/>
                        <a:chOff x="1308" y="803"/>
                        <a:chExt cx="2004" cy="1549"/>
                      </a:xfrm>
                    </p:grpSpPr>
                    <p:sp>
                      <p:nvSpPr>
                        <p:cNvPr id="70" name="直接连接符 174104"/>
                        <p:cNvSpPr>
                          <a14:cpLocks xmlns:a14="http://schemas.microsoft.com/office/drawing/2010/main" noChangeShapeType="1"/>
                        </p:cNvSpPr>
                        <p:nvPr/>
                      </p:nvSpPr>
                      <p:spPr bwMode="auto">
                        <a:xfrm>
                          <a:off x="2970" y="1139"/>
                          <a:ext cx="338" cy="52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rgbClr val="000000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1" name="直接连接符 174105"/>
                        <p:cNvSpPr>
                          <a14:cpLocks xmlns:a14="http://schemas.microsoft.com/office/drawing/2010/main" noChangeShapeType="1"/>
                        </p:cNvSpPr>
                        <p:nvPr/>
                      </p:nvSpPr>
                      <p:spPr bwMode="auto">
                        <a:xfrm>
                          <a:off x="1633" y="1992"/>
                          <a:ext cx="1664" cy="0"/>
                        </a:xfrm>
                        <a:prstGeom prst="line">
                          <a:avLst/>
                        </a:prstGeom>
                        <a:noFill/>
                        <a:ln w="28575">
                          <a:solidFill>
                            <a:srgbClr val="000000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2" name="直接连接符 174106"/>
                        <p:cNvSpPr>
                          <a14:cpLocks xmlns:a14="http://schemas.microsoft.com/office/drawing/2010/main" noChangeShapeType="1"/>
                        </p:cNvSpPr>
                        <p:nvPr/>
                      </p:nvSpPr>
                      <p:spPr bwMode="auto">
                        <a:xfrm>
                          <a:off x="1633" y="1397"/>
                          <a:ext cx="326" cy="503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rgbClr val="0000FF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3" name="直接连接符 174107"/>
                        <p:cNvSpPr>
                          <a14:cpLocks xmlns:a14="http://schemas.microsoft.com/office/drawing/2010/main" noChangeShapeType="1"/>
                        </p:cNvSpPr>
                        <p:nvPr/>
                      </p:nvSpPr>
                      <p:spPr bwMode="auto">
                        <a:xfrm>
                          <a:off x="2791" y="1151"/>
                          <a:ext cx="335" cy="511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rgbClr val="0000FF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4" name="直接连接符 174108"/>
                        <p:cNvSpPr>
                          <a14:cpLocks xmlns:a14="http://schemas.microsoft.com/office/drawing/2010/main" noChangeShapeType="1"/>
                        </p:cNvSpPr>
                        <p:nvPr/>
                      </p:nvSpPr>
                      <p:spPr bwMode="auto">
                        <a:xfrm>
                          <a:off x="2217" y="1274"/>
                          <a:ext cx="336" cy="511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rgbClr val="0000FF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5" name="直接连接符 174109"/>
                        <p:cNvSpPr>
                          <a14:cpLocks xmlns:a14="http://schemas.microsoft.com/office/drawing/2010/main" noChangeShapeType="1"/>
                        </p:cNvSpPr>
                        <p:nvPr/>
                      </p:nvSpPr>
                      <p:spPr bwMode="auto">
                        <a:xfrm>
                          <a:off x="1308" y="1472"/>
                          <a:ext cx="318" cy="492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rgbClr val="C0C0C0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6" name="直接连接符 174110"/>
                        <p:cNvSpPr>
                          <a14:cpLocks xmlns:a14="http://schemas.microsoft.com/office/drawing/2010/main" noChangeShapeType="1"/>
                        </p:cNvSpPr>
                        <p:nvPr/>
                      </p:nvSpPr>
                      <p:spPr bwMode="auto">
                        <a:xfrm>
                          <a:off x="2504" y="1230"/>
                          <a:ext cx="344" cy="503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rgbClr val="C0C0C0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7" name="直接连接符 174111"/>
                        <p:cNvSpPr>
                          <a14:cpLocks xmlns:a14="http://schemas.microsoft.com/office/drawing/2010/main" noChangeShapeType="1"/>
                        </p:cNvSpPr>
                        <p:nvPr/>
                      </p:nvSpPr>
                      <p:spPr bwMode="auto">
                        <a:xfrm>
                          <a:off x="1926" y="1349"/>
                          <a:ext cx="326" cy="482"/>
                        </a:xfrm>
                        <a:prstGeom prst="line">
                          <a:avLst/>
                        </a:prstGeom>
                        <a:noFill/>
                        <a:ln w="76200">
                          <a:solidFill>
                            <a:srgbClr val="C0C0C0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8" name="直接连接符 174112"/>
                        <p:cNvSpPr>
                          <a14:cpLocks xmlns:a14="http://schemas.microsoft.com/office/drawing/2010/main" noChangeShapeType="1"/>
                        </p:cNvSpPr>
                        <p:nvPr/>
                      </p:nvSpPr>
                      <p:spPr bwMode="auto">
                        <a:xfrm>
                          <a:off x="2094" y="1051"/>
                          <a:ext cx="158" cy="24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 type="none" w="med" len="sm"/>
                          <a:tailEnd type="none" w="med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79" name="直接连接符 174113"/>
                        <p:cNvSpPr>
                          <a14:cpLocks xmlns:a14="http://schemas.microsoft.com/office/drawing/2010/main" noChangeShapeType="1"/>
                        </p:cNvSpPr>
                        <p:nvPr/>
                      </p:nvSpPr>
                      <p:spPr bwMode="auto">
                        <a:xfrm flipV="1">
                          <a:off x="2139" y="1000"/>
                          <a:ext cx="551" cy="11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 type="triangle" w="sm" len="med"/>
                          <a:tailEnd type="triangle" w="sm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80" name="矩形 174114"/>
                        <p:cNvSpPr>
                          <a14:cpLocks xmlns:a14="http://schemas.microsoft.com/office/drawing/2010/main" noChangeArrowheads="1"/>
                        </p:cNvSpPr>
                        <p:nvPr/>
                      </p:nvSpPr>
                      <p:spPr bwMode="auto">
                        <a:xfrm>
                          <a:off x="2333" y="803"/>
                          <a:ext cx="403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lIns="12700" tIns="12700" rIns="12700" bIns="12700"/>
                        <a:lstStyle>
                          <a:lvl1pPr>
                            <a:spcBef>
                              <a:spcPct val="20000"/>
                            </a:spcBef>
                            <a:buChar char="•"/>
                            <a:defRPr sz="32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har char="–"/>
                            <a:defRPr sz="28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har char="•"/>
                            <a:defRPr sz="24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9pPr>
                        </a:lstStyle>
                        <a:p>
                          <a:pPr algn="just" eaLnBrk="1" hangingPunct="1">
                            <a:spcBef>
                              <a:spcPct val="0"/>
                            </a:spcBef>
                            <a:buFontTx/>
                            <a:buNone/>
                          </a:pPr>
                          <a:r>
                            <a:rPr lang="en-US" altLang="zh-CN" sz="2800" b="1" i="1">
                              <a:latin typeface="Times New Roman" charset="0"/>
                            </a:rPr>
                            <a:t>Δl</a:t>
                          </a:r>
                          <a:endParaRPr lang="en-US" altLang="zh-CN" sz="2800" b="1">
                            <a:latin typeface="Times New Roman" charset="0"/>
                          </a:endParaRPr>
                        </a:p>
                      </p:txBody>
                    </p:sp>
                    <p:sp>
                      <p:nvSpPr>
                        <p:cNvPr id="81" name="矩形 174115"/>
                        <p:cNvSpPr>
                          <a14:cpLocks xmlns:a14="http://schemas.microsoft.com/office/drawing/2010/main" noChangeArrowheads="1"/>
                        </p:cNvSpPr>
                        <p:nvPr/>
                      </p:nvSpPr>
                      <p:spPr bwMode="auto">
                        <a:xfrm>
                          <a:off x="2277" y="1999"/>
                          <a:ext cx="315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lIns="12700" tIns="12700" rIns="12700" bIns="12700"/>
                        <a:lstStyle>
                          <a:lvl1pPr>
                            <a:spcBef>
                              <a:spcPct val="20000"/>
                            </a:spcBef>
                            <a:buChar char="•"/>
                            <a:defRPr sz="32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har char="–"/>
                            <a:defRPr sz="28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har char="•"/>
                            <a:defRPr sz="24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9pPr>
                        </a:lstStyle>
                        <a:p>
                          <a:pPr algn="just" eaLnBrk="1" hangingPunct="1">
                            <a:spcBef>
                              <a:spcPct val="0"/>
                            </a:spcBef>
                            <a:buFontTx/>
                            <a:buNone/>
                          </a:pPr>
                          <a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Times New Roman" charset="0"/>
                            </a:rPr>
                            <a:t>h</a:t>
                          </a:r>
                          <a:r>
                            <a:rPr lang="en-US" altLang="zh-CN" sz="2800" b="1" i="1" baseline="-25000">
                              <a:solidFill>
                                <a:srgbClr val="FF0000"/>
                              </a:solidFill>
                              <a:latin typeface="Times New Roman" charset="0"/>
                            </a:rPr>
                            <a:t>k</a:t>
                          </a:r>
                          <a:endParaRPr lang="en-US" altLang="zh-CN" sz="2800" b="1">
                            <a:solidFill>
                              <a:srgbClr val="FF0000"/>
                            </a:solidFill>
                            <a:latin typeface="Times New Roman" charset="0"/>
                          </a:endParaRPr>
                        </a:p>
                      </p:txBody>
                    </p:sp>
                    <p:sp>
                      <p:nvSpPr>
                        <p:cNvPr id="82" name="矩形 174116"/>
                        <p:cNvSpPr>
                          <a14:cpLocks xmlns:a14="http://schemas.microsoft.com/office/drawing/2010/main" noChangeArrowheads="1"/>
                        </p:cNvSpPr>
                        <p:nvPr/>
                      </p:nvSpPr>
                      <p:spPr bwMode="auto">
                        <a:xfrm>
                          <a:off x="2782" y="1991"/>
                          <a:ext cx="530" cy="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lIns="12700" tIns="12700" rIns="12700" bIns="12700"/>
                        <a:lstStyle>
                          <a:lvl1pPr>
                            <a:spcBef>
                              <a:spcPct val="20000"/>
                            </a:spcBef>
                            <a:buChar char="•"/>
                            <a:defRPr sz="32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har char="–"/>
                            <a:defRPr sz="28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har char="•"/>
                            <a:defRPr sz="24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9pPr>
                        </a:lstStyle>
                        <a:p>
                          <a:pPr algn="just" eaLnBrk="1" hangingPunct="1">
                            <a:spcBef>
                              <a:spcPct val="0"/>
                            </a:spcBef>
                            <a:buFontTx/>
                            <a:buNone/>
                          </a:pPr>
                          <a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Times New Roman" charset="0"/>
                            </a:rPr>
                            <a:t>h</a:t>
                          </a:r>
                          <a:r>
                            <a:rPr lang="en-US" altLang="zh-CN" sz="2800" b="1" i="1" baseline="-25000">
                              <a:solidFill>
                                <a:srgbClr val="FF0000"/>
                              </a:solidFill>
                              <a:latin typeface="Times New Roman" charset="0"/>
                            </a:rPr>
                            <a:t>k</a:t>
                          </a:r>
                          <a:r>
                            <a:rPr lang="en-US" altLang="zh-CN" sz="2800" b="1" baseline="-25000">
                              <a:solidFill>
                                <a:srgbClr val="FF0000"/>
                              </a:solidFill>
                              <a:latin typeface="Times New Roman" charset="0"/>
                            </a:rPr>
                            <a:t>+1</a:t>
                          </a:r>
                          <a:endParaRPr lang="en-US" altLang="zh-CN" sz="2800" b="1">
                            <a:solidFill>
                              <a:srgbClr val="FF0000"/>
                            </a:solidFill>
                            <a:latin typeface="Times New Roman" charset="0"/>
                          </a:endParaRPr>
                        </a:p>
                      </p:txBody>
                    </p:sp>
                    <p:sp>
                      <p:nvSpPr>
                        <p:cNvPr id="83" name="矩形 174117"/>
                        <p:cNvSpPr>
                          <a14:cpLocks xmlns:a14="http://schemas.microsoft.com/office/drawing/2010/main" noChangeArrowheads="1"/>
                        </p:cNvSpPr>
                        <p:nvPr/>
                      </p:nvSpPr>
                      <p:spPr bwMode="auto">
                        <a:xfrm>
                          <a:off x="1490" y="912"/>
                          <a:ext cx="334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lIns="12700" tIns="12700" rIns="12700" bIns="12700"/>
                        <a:lstStyle>
                          <a:lvl1pPr>
                            <a:spcBef>
                              <a:spcPct val="20000"/>
                            </a:spcBef>
                            <a:buChar char="•"/>
                            <a:defRPr sz="32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har char="–"/>
                            <a:defRPr sz="28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har char="•"/>
                            <a:defRPr sz="24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9pPr>
                        </a:lstStyle>
                        <a:p>
                          <a:pPr algn="just" eaLnBrk="1" hangingPunct="1">
                            <a:spcBef>
                              <a:spcPct val="0"/>
                            </a:spcBef>
                            <a:buFontTx/>
                            <a:buNone/>
                          </a:pPr>
                          <a:r>
                            <a:rPr lang="zh-CN" altLang="en-US" sz="2400" b="1">
                              <a:solidFill>
                                <a:srgbClr val="0000FF"/>
                              </a:solidFill>
                              <a:latin typeface="Times New Roman" charset="0"/>
                            </a:rPr>
                            <a:t>明纹</a:t>
                          </a:r>
                          <a:endParaRPr lang="zh-CN" altLang="en-US" sz="2400" b="1">
                            <a:latin typeface="Times New Roman" charset="0"/>
                          </a:endParaRPr>
                        </a:p>
                      </p:txBody>
                    </p:sp>
                    <p:sp>
                      <p:nvSpPr>
                        <p:cNvPr id="84" name="矩形 174118"/>
                        <p:cNvSpPr>
                          <a14:cpLocks xmlns:a14="http://schemas.microsoft.com/office/drawing/2010/main" noChangeArrowheads="1"/>
                        </p:cNvSpPr>
                        <p:nvPr/>
                      </p:nvSpPr>
                      <p:spPr bwMode="auto">
                        <a:xfrm>
                          <a:off x="1787" y="864"/>
                          <a:ext cx="253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 lIns="12700" tIns="12700" rIns="12700" bIns="12700"/>
                        <a:lstStyle>
                          <a:lvl1pPr>
                            <a:spcBef>
                              <a:spcPct val="20000"/>
                            </a:spcBef>
                            <a:buChar char="•"/>
                            <a:defRPr sz="32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har char="–"/>
                            <a:defRPr sz="28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har char="•"/>
                            <a:defRPr sz="24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9pPr>
                        </a:lstStyle>
                        <a:p>
                          <a:pPr algn="just" eaLnBrk="1" hangingPunct="1">
                            <a:spcBef>
                              <a:spcPct val="0"/>
                            </a:spcBef>
                            <a:buFontTx/>
                            <a:buNone/>
                          </a:pPr>
                          <a:r>
                            <a:rPr lang="zh-CN" altLang="en-US" sz="2400" b="1">
                              <a:solidFill>
                                <a:schemeClr val="bg2"/>
                              </a:solidFill>
                              <a:latin typeface="Times New Roman" charset="0"/>
                            </a:rPr>
                            <a:t>暗纹</a:t>
                          </a:r>
                          <a:endParaRPr lang="zh-CN" altLang="en-US" sz="2400" b="1">
                            <a:solidFill>
                              <a:schemeClr val="bg2"/>
                            </a:solidFill>
                            <a:latin typeface="Times New Roman" charset="0"/>
                          </a:endParaRPr>
                        </a:p>
                      </p:txBody>
                    </p:sp>
                    <p:sp>
                      <p:nvSpPr>
                        <p:cNvPr id="85" name="直接连接符 174119"/>
                        <p:cNvSpPr>
                          <a14:cpLocks xmlns:a14="http://schemas.microsoft.com/office/drawing/2010/main" noChangeShapeType="1"/>
                        </p:cNvSpPr>
                        <p:nvPr/>
                      </p:nvSpPr>
                      <p:spPr bwMode="auto">
                        <a:xfrm flipV="1">
                          <a:off x="2402" y="1896"/>
                          <a:ext cx="152" cy="167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86" name="文本框 174120"/>
                        <p:cNvSpPr txBox="1">
                          <a14:cpLocks xmlns:a14="http://schemas.microsoft.com/office/drawing/2010/main" noChangeArrowheads="1"/>
                        </p:cNvSpPr>
                        <p:nvPr/>
                      </p:nvSpPr>
                      <p:spPr bwMode="auto">
                        <a:xfrm>
                          <a:off x="2736" y="1680"/>
                          <a:ext cx="240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>
                          <a:spAutoFit/>
                        </a:bodyPr>
                        <a:lstStyle>
                          <a:lvl1pPr>
                            <a:spcBef>
                              <a:spcPct val="20000"/>
                            </a:spcBef>
                            <a:buChar char="•"/>
                            <a:defRPr sz="32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har char="–"/>
                            <a:defRPr sz="28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har char="•"/>
                            <a:defRPr sz="24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har char="–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har char="»"/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  <a:ea typeface="宋体" charset="-122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50000"/>
                            </a:spcBef>
                            <a:buFontTx/>
                            <a:buNone/>
                          </a:pPr>
                          <a:r>
                            <a:rPr lang="en-US" altLang="zh-CN" b="1" i="1">
                              <a:solidFill>
                                <a:srgbClr val="FF0066"/>
                              </a:solidFill>
                              <a:latin typeface="Times New Roman" charset="0"/>
                            </a:rPr>
                            <a:t>n</a:t>
                          </a:r>
                          <a:endParaRPr lang="en-US" altLang="zh-CN" b="1" i="1">
                            <a:solidFill>
                              <a:srgbClr val="FF0066"/>
                            </a:solidFill>
                            <a:latin typeface="Times New Roman" charset="0"/>
                          </a:endParaRPr>
                        </a:p>
                      </p:txBody>
                    </p:sp>
                  </p:grpSp>
                  <p:sp>
                    <p:nvSpPr>
                      <p:cNvPr id="69" name="文本框 174121"/>
                      <p:cNvSpPr txBox="1">
                        <a14:cpLocks xmlns:a14="http://schemas.microsoft.com/office/drawing/2010/main" noChangeArrowheads="1"/>
                      </p:cNvSpPr>
                      <p:nvPr/>
                    </p:nvSpPr>
                    <p:spPr bwMode="auto">
                      <a:xfrm>
                        <a:off x="3708" y="1547"/>
                        <a:ext cx="1008" cy="3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charset="0"/>
                            <a:ea typeface="宋体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50000"/>
                          </a:spcBef>
                          <a:buFontTx/>
                          <a:buNone/>
                        </a:pPr>
                        <a:r>
                          <a:rPr lang="en-US" altLang="zh-CN" sz="2800" b="1">
                            <a:solidFill>
                              <a:srgbClr val="FF3300"/>
                            </a:solidFill>
                            <a:latin typeface="Times New Roman" charset="0"/>
                            <a:sym typeface="Symbol" pitchFamily="18" charset="2"/>
                          </a:rPr>
                          <a:t> </a:t>
                        </a:r>
                        <a:r>
                          <a:rPr lang="en-US" altLang="zh-CN" sz="2800" b="1" i="1">
                            <a:latin typeface="Times New Roman" charset="0"/>
                          </a:rPr>
                          <a:t>Δl</a:t>
                        </a:r>
                        <a:r>
                          <a:rPr lang="en-US" altLang="zh-CN" sz="2800" b="1" i="1">
                            <a:solidFill>
                              <a:srgbClr val="FF3300"/>
                            </a:solidFill>
                            <a:latin typeface="Times New Roman" charset="0"/>
                            <a:sym typeface="Symbol" pitchFamily="18" charset="2"/>
                          </a:rPr>
                          <a:t> </a:t>
                        </a:r>
                        <a:endParaRPr lang="en-US" altLang="zh-CN" sz="2800" b="1" i="1">
                          <a:solidFill>
                            <a:srgbClr val="FF3300"/>
                          </a:solidFill>
                          <a:latin typeface="Times New Roman" charset="0"/>
                          <a:sym typeface="Symbol" pitchFamily="18" charset="2"/>
                        </a:endParaRPr>
                      </a:p>
                    </p:txBody>
                  </p:sp>
                </p:grpSp>
              </p:grpSp>
            </p:grpSp>
          </p:grpSp>
        </p:grpSp>
      </p:grpSp>
      <p:graphicFrame>
        <p:nvGraphicFramePr>
          <p:cNvPr id="87" name="对象 174127"/>
          <p:cNvGraphicFramePr/>
          <p:nvPr/>
        </p:nvGraphicFramePr>
        <p:xfrm>
          <a:off x="3975497" y="4224486"/>
          <a:ext cx="1028700" cy="727075"/>
        </p:xfrm>
        <a:graphic>
          <a:graphicData uri="http://schemas.openxmlformats.org/presentationml/2006/ole"/>
        </a:graphic>
      </p:graphicFrame>
      <p:graphicFrame>
        <p:nvGraphicFramePr>
          <p:cNvPr id="88" name="对象 174128"/>
          <p:cNvGraphicFramePr/>
          <p:nvPr/>
        </p:nvGraphicFramePr>
        <p:xfrm>
          <a:off x="3923110" y="4949974"/>
          <a:ext cx="1257300" cy="288925"/>
        </p:xfrm>
        <a:graphic>
          <a:graphicData uri="http://schemas.openxmlformats.org/presentationml/2006/ole"/>
        </a:graphic>
      </p:graphicFrame>
      <p:graphicFrame>
        <p:nvGraphicFramePr>
          <p:cNvPr id="89" name="对象 174129"/>
          <p:cNvGraphicFramePr/>
          <p:nvPr/>
        </p:nvGraphicFramePr>
        <p:xfrm>
          <a:off x="3851672" y="5527824"/>
          <a:ext cx="1193800" cy="725487"/>
        </p:xfrm>
        <a:graphic>
          <a:graphicData uri="http://schemas.openxmlformats.org/presentationml/2006/ole"/>
        </a:graphic>
      </p:graphicFrame>
      <p:graphicFrame>
        <p:nvGraphicFramePr>
          <p:cNvPr id="90" name="对象 174132"/>
          <p:cNvGraphicFramePr/>
          <p:nvPr/>
        </p:nvGraphicFramePr>
        <p:xfrm>
          <a:off x="5580460" y="6104086"/>
          <a:ext cx="1360487" cy="327025"/>
        </p:xfrm>
        <a:graphic>
          <a:graphicData uri="http://schemas.openxmlformats.org/presentationml/2006/ole"/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175" y="2019300"/>
            <a:ext cx="710565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512" y="2157412"/>
            <a:ext cx="7038975" cy="2543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562" y="1990725"/>
            <a:ext cx="7000875" cy="2876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066800"/>
            <a:ext cx="87249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459" name="Object 44"/>
          <p:cNvGraphicFramePr>
            <a:graphicFrameLocks noChangeAspect="1"/>
          </p:cNvGraphicFramePr>
          <p:nvPr/>
        </p:nvGraphicFramePr>
        <p:xfrm>
          <a:off x="6011863" y="3068638"/>
          <a:ext cx="1860550" cy="998537"/>
        </p:xfrm>
        <a:graphic>
          <a:graphicData uri="http://schemas.openxmlformats.org/presentationml/2006/ole"/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1147763"/>
            <a:ext cx="8848725" cy="456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483" name="Object 44"/>
          <p:cNvGraphicFramePr>
            <a:graphicFrameLocks noChangeAspect="1"/>
          </p:cNvGraphicFramePr>
          <p:nvPr/>
        </p:nvGraphicFramePr>
        <p:xfrm>
          <a:off x="6011863" y="3068638"/>
          <a:ext cx="1860550" cy="998537"/>
        </p:xfrm>
        <a:graphic>
          <a:graphicData uri="http://schemas.openxmlformats.org/presentationml/2006/ole"/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371600"/>
            <a:ext cx="86296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对象 3"/>
          <p:cNvGraphicFramePr/>
          <p:nvPr/>
        </p:nvGraphicFramePr>
        <p:xfrm>
          <a:off x="4506913" y="2865438"/>
          <a:ext cx="2274887" cy="866775"/>
        </p:xfrm>
        <a:graphic>
          <a:graphicData uri="http://schemas.openxmlformats.org/presentationml/2006/ole"/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1333500"/>
            <a:ext cx="865822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2531" name="对象 14340"/>
          <p:cNvGraphicFramePr/>
          <p:nvPr>
            <p:custDataLst>
              <p:tags r:id="rId2"/>
            </p:custDataLst>
          </p:nvPr>
        </p:nvGraphicFramePr>
        <p:xfrm>
          <a:off x="4859338" y="3068638"/>
          <a:ext cx="3108325" cy="2103437"/>
        </p:xfrm>
        <a:graphic>
          <a:graphicData uri="http://schemas.openxmlformats.org/presentationml/2006/ole"/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96975"/>
            <a:ext cx="7181850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555" name="Object 34"/>
          <p:cNvGraphicFramePr>
            <a:graphicFrameLocks noChangeAspect="1"/>
          </p:cNvGraphicFramePr>
          <p:nvPr/>
        </p:nvGraphicFramePr>
        <p:xfrm>
          <a:off x="5487988" y="2205038"/>
          <a:ext cx="1493837" cy="1368425"/>
        </p:xfrm>
        <a:graphic>
          <a:graphicData uri="http://schemas.openxmlformats.org/presentationml/2006/ole"/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1204913"/>
            <a:ext cx="8724900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文本框 3"/>
          <p:cNvSpPr txBox="1">
            <a14:cpLocks xmlns:a14="http://schemas.microsoft.com/office/drawing/2010/main" noChangeArrowheads="1"/>
          </p:cNvSpPr>
          <p:nvPr/>
        </p:nvSpPr>
        <p:spPr bwMode="auto">
          <a:xfrm>
            <a:off x="1835150" y="4437063"/>
            <a:ext cx="360363" cy="261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9pPr>
          </a:lstStyle>
          <a:p>
            <a:pPr eaLnBrk="1" hangingPunct="1"/>
            <a:r>
              <a:rPr lang="en-US" altLang="zh-CN" sz="1100"/>
              <a:t>-7</a:t>
            </a:r>
            <a:endParaRPr lang="zh-CN" altLang="en-US" sz="1100"/>
          </a:p>
        </p:txBody>
      </p:sp>
      <p:graphicFrame>
        <p:nvGraphicFramePr>
          <p:cNvPr id="24580" name="Object 34"/>
          <p:cNvGraphicFramePr>
            <a:graphicFrameLocks noChangeAspect="1"/>
          </p:cNvGraphicFramePr>
          <p:nvPr/>
        </p:nvGraphicFramePr>
        <p:xfrm>
          <a:off x="5219700" y="3330575"/>
          <a:ext cx="1493838" cy="1368425"/>
        </p:xfrm>
        <a:graphic>
          <a:graphicData uri="http://schemas.openxmlformats.org/presentationml/2006/ole"/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1138238"/>
            <a:ext cx="8667750" cy="458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1200150"/>
            <a:ext cx="8658225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71588"/>
            <a:ext cx="8686800" cy="431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7651" name="Object 32"/>
          <p:cNvGraphicFramePr>
            <a:graphicFrameLocks noChangeAspect="1"/>
          </p:cNvGraphicFramePr>
          <p:nvPr/>
        </p:nvGraphicFramePr>
        <p:xfrm>
          <a:off x="5724525" y="3213100"/>
          <a:ext cx="2384425" cy="1109663"/>
        </p:xfrm>
        <a:graphic>
          <a:graphicData uri="http://schemas.openxmlformats.org/presentationml/2006/ole"/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8" y="1209675"/>
            <a:ext cx="8696325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对象 4"/>
          <p:cNvGraphicFramePr/>
          <p:nvPr/>
        </p:nvGraphicFramePr>
        <p:xfrm>
          <a:off x="2319338" y="3616325"/>
          <a:ext cx="6762750" cy="582613"/>
        </p:xfrm>
        <a:graphic>
          <a:graphicData uri="http://schemas.openxmlformats.org/presentationml/2006/ole"/>
        </a:graphic>
      </p:graphicFrame>
      <p:graphicFrame>
        <p:nvGraphicFramePr>
          <p:cNvPr id="6" name="对象 5"/>
          <p:cNvGraphicFramePr/>
          <p:nvPr/>
        </p:nvGraphicFramePr>
        <p:xfrm>
          <a:off x="2257425" y="5084763"/>
          <a:ext cx="5362575" cy="1295400"/>
        </p:xfrm>
        <a:graphic>
          <a:graphicData uri="http://schemas.openxmlformats.org/presentationml/2006/ole"/>
        </a:graphic>
      </p:graphicFrame>
      <p:sp>
        <p:nvSpPr>
          <p:cNvPr id="7" name="矩形 6"/>
          <p:cNvSpPr>
            <a14:cpLocks xmlns:a14="http://schemas.microsoft.com/office/drawing/2010/main" noChangeArrowheads="1"/>
          </p:cNvSpPr>
          <p:nvPr/>
        </p:nvSpPr>
        <p:spPr bwMode="auto">
          <a:xfrm>
            <a:off x="2300288" y="4233863"/>
            <a:ext cx="8362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rgbClr val="000000"/>
                </a:solidFill>
                <a:ea typeface="方正楷体_GB2312" charset="-122"/>
              </a:rPr>
              <a:t>当平行单色光斜入射时</a:t>
            </a:r>
            <a:endParaRPr lang="zh-CN" altLang="en-US" sz="3200">
              <a:solidFill>
                <a:srgbClr val="000000"/>
              </a:solidFill>
              <a:ea typeface="方正楷体_GB2312" charset="-122"/>
            </a:endParaRPr>
          </a:p>
        </p:txBody>
      </p:sp>
      <p:sp>
        <p:nvSpPr>
          <p:cNvPr id="8" name="文本框 7"/>
          <p:cNvSpPr txBox="1">
            <a14:cpLocks xmlns:a14="http://schemas.microsoft.com/office/drawing/2010/main" noChangeArrowheads="1"/>
          </p:cNvSpPr>
          <p:nvPr/>
        </p:nvSpPr>
        <p:spPr bwMode="auto">
          <a:xfrm>
            <a:off x="2268538" y="2924175"/>
            <a:ext cx="755967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 defTabSz="182880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1pPr>
            <a:lvl2pPr marL="742950" indent="-285750" defTabSz="182880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2pPr>
            <a:lvl3pPr marL="1143000" indent="-228600" defTabSz="182880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3pPr>
            <a:lvl4pPr marL="1600200" indent="-228600" defTabSz="182880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4pPr>
            <a:lvl5pPr marL="2057400" indent="-228600" defTabSz="1828800"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5pPr>
            <a:lvl6pPr marL="2514600" indent="-228600" defTabSz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6pPr>
            <a:lvl7pPr marL="2971800" indent="-228600" defTabSz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7pPr>
            <a:lvl8pPr marL="3429000" indent="-228600" defTabSz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8pPr>
            <a:lvl9pPr marL="3886200" indent="-228600" defTabSz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itchFamily="2" charset="-122"/>
                <a:ea typeface="等线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00000"/>
                </a:solidFill>
                <a:latin typeface="Times New Roman" charset="0"/>
                <a:ea typeface="方正楷体_GB2312" charset="-122"/>
              </a:rPr>
              <a:t>当平行单色光垂直于光栅平面入射时</a:t>
            </a:r>
            <a:endParaRPr lang="zh-CN" altLang="en-US" sz="3200" b="1">
              <a:solidFill>
                <a:srgbClr val="000000"/>
              </a:solidFill>
              <a:latin typeface="Times New Roman" charset="0"/>
              <a:ea typeface="方正楷体_GB231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238250"/>
            <a:ext cx="8639175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9699" name="Object 36"/>
          <p:cNvGraphicFramePr>
            <a:graphicFrameLocks noChangeAspect="1"/>
          </p:cNvGraphicFramePr>
          <p:nvPr/>
        </p:nvGraphicFramePr>
        <p:xfrm>
          <a:off x="4787900" y="3213100"/>
          <a:ext cx="2058988" cy="854075"/>
        </p:xfrm>
        <a:graphic>
          <a:graphicData uri="http://schemas.openxmlformats.org/presentationml/2006/ole"/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8" y="1366838"/>
            <a:ext cx="8658225" cy="412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0723" name="Object 32"/>
          <p:cNvGraphicFramePr>
            <a:graphicFrameLocks noChangeAspect="1"/>
          </p:cNvGraphicFramePr>
          <p:nvPr/>
        </p:nvGraphicFramePr>
        <p:xfrm>
          <a:off x="5724525" y="3213100"/>
          <a:ext cx="2384425" cy="1109663"/>
        </p:xfrm>
        <a:graphic>
          <a:graphicData uri="http://schemas.openxmlformats.org/presentationml/2006/ole"/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195388"/>
            <a:ext cx="8610600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1747" name="Object 32"/>
          <p:cNvGraphicFramePr>
            <a:graphicFrameLocks noChangeAspect="1"/>
          </p:cNvGraphicFramePr>
          <p:nvPr/>
        </p:nvGraphicFramePr>
        <p:xfrm>
          <a:off x="5724525" y="3213100"/>
          <a:ext cx="2384425" cy="1109663"/>
        </p:xfrm>
        <a:graphic>
          <a:graphicData uri="http://schemas.openxmlformats.org/presentationml/2006/ole"/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1545"/>
            <a:ext cx="9144000" cy="398631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14938"/>
            <a:ext cx="9144000" cy="189485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385568" y="4514938"/>
            <a:ext cx="2272683" cy="8560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91698"/>
            <a:ext cx="9144000" cy="41653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48" y="2674397"/>
            <a:ext cx="7111014" cy="331254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223" y="407901"/>
            <a:ext cx="9144000" cy="4421481"/>
          </a:xfrm>
          <a:prstGeom prst="rect">
            <a:avLst/>
          </a:prstGeom>
        </p:spPr>
      </p:pic>
      <p:grpSp>
        <p:nvGrpSpPr>
          <p:cNvPr id="2" name="Group 163"/>
          <p:cNvGrpSpPr/>
          <p:nvPr/>
        </p:nvGrpSpPr>
        <p:grpSpPr bwMode="auto">
          <a:xfrm>
            <a:off x="2675832" y="2585823"/>
            <a:ext cx="6127750" cy="1912938"/>
            <a:chOff x="1727" y="2539"/>
            <a:chExt cx="3860" cy="1205"/>
          </a:xfrm>
        </p:grpSpPr>
        <p:grpSp>
          <p:nvGrpSpPr>
            <p:cNvPr id="4" name="Group 102"/>
            <p:cNvGrpSpPr/>
            <p:nvPr/>
          </p:nvGrpSpPr>
          <p:grpSpPr bwMode="auto">
            <a:xfrm>
              <a:off x="1727" y="2871"/>
              <a:ext cx="1057" cy="864"/>
              <a:chOff x="2400" y="1824"/>
              <a:chExt cx="1008" cy="864"/>
            </a:xfrm>
          </p:grpSpPr>
          <p:grpSp>
            <p:nvGrpSpPr>
              <p:cNvPr id="49" name="Group 103"/>
              <p:cNvGrpSpPr/>
              <p:nvPr/>
            </p:nvGrpSpPr>
            <p:grpSpPr bwMode="auto">
              <a:xfrm>
                <a:off x="2400" y="2159"/>
                <a:ext cx="814" cy="209"/>
                <a:chOff x="144" y="1951"/>
                <a:chExt cx="1008" cy="209"/>
              </a:xfrm>
            </p:grpSpPr>
            <p:sp>
              <p:nvSpPr>
                <p:cNvPr id="55" name="Line 104"/>
                <p:cNvSpPr>
                  <a14:cpLocks xmlns:a14="http://schemas.microsoft.com/office/drawing/2010/main" noChangeShapeType="1"/>
                </p:cNvSpPr>
                <p:nvPr/>
              </p:nvSpPr>
              <p:spPr bwMode="auto">
                <a:xfrm flipV="1">
                  <a:off x="144" y="2056"/>
                  <a:ext cx="1008" cy="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Line 105"/>
                <p:cNvSpPr>
                  <a14:cpLocks xmlns:a14="http://schemas.microsoft.com/office/drawing/2010/main" noChangeShapeType="1"/>
                </p:cNvSpPr>
                <p:nvPr/>
              </p:nvSpPr>
              <p:spPr bwMode="auto">
                <a:xfrm>
                  <a:off x="461" y="1951"/>
                  <a:ext cx="0" cy="209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Line 106"/>
                <p:cNvSpPr>
                  <a14:cpLocks xmlns:a14="http://schemas.microsoft.com/office/drawing/2010/main" noChangeShapeType="1"/>
                </p:cNvSpPr>
                <p:nvPr/>
              </p:nvSpPr>
              <p:spPr bwMode="auto">
                <a:xfrm>
                  <a:off x="725" y="1951"/>
                  <a:ext cx="0" cy="209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Line 107"/>
                <p:cNvSpPr>
                  <a14:cpLocks xmlns:a14="http://schemas.microsoft.com/office/drawing/2010/main" noChangeShapeType="1"/>
                </p:cNvSpPr>
                <p:nvPr/>
              </p:nvSpPr>
              <p:spPr bwMode="auto">
                <a:xfrm>
                  <a:off x="989" y="1951"/>
                  <a:ext cx="0" cy="209"/>
                </a:xfrm>
                <a:prstGeom prst="line">
                  <a:avLst/>
                </a:prstGeom>
                <a:noFill/>
                <a:ln w="38100">
                  <a:solidFill>
                    <a:srgbClr val="0000FF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Oval 108"/>
                <p:cNvSpPr>
                  <a14:cpLocks xmlns:a14="http://schemas.microsoft.com/office/drawing/2010/main" noChangeArrowheads="1"/>
                </p:cNvSpPr>
                <p:nvPr/>
              </p:nvSpPr>
              <p:spPr bwMode="auto">
                <a:xfrm>
                  <a:off x="288" y="2016"/>
                  <a:ext cx="53" cy="63"/>
                </a:xfrm>
                <a:prstGeom prst="ellipse">
                  <a:avLst/>
                </a:prstGeom>
                <a:solidFill>
                  <a:srgbClr val="0000FF"/>
                </a:solidFill>
                <a:ln w="38100">
                  <a:solidFill>
                    <a:srgbClr val="0000FF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Oval 109"/>
                <p:cNvSpPr>
                  <a14:cpLocks xmlns:a14="http://schemas.microsoft.com/office/drawing/2010/main" noChangeArrowheads="1"/>
                </p:cNvSpPr>
                <p:nvPr/>
              </p:nvSpPr>
              <p:spPr bwMode="auto">
                <a:xfrm>
                  <a:off x="551" y="2024"/>
                  <a:ext cx="54" cy="63"/>
                </a:xfrm>
                <a:prstGeom prst="ellipse">
                  <a:avLst/>
                </a:prstGeom>
                <a:solidFill>
                  <a:srgbClr val="0000FF"/>
                </a:solidFill>
                <a:ln w="38100">
                  <a:solidFill>
                    <a:srgbClr val="0000FF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Oval 110"/>
                <p:cNvSpPr>
                  <a14:cpLocks xmlns:a14="http://schemas.microsoft.com/office/drawing/2010/main" noChangeArrowheads="1"/>
                </p:cNvSpPr>
                <p:nvPr/>
              </p:nvSpPr>
              <p:spPr bwMode="auto">
                <a:xfrm>
                  <a:off x="815" y="2024"/>
                  <a:ext cx="54" cy="63"/>
                </a:xfrm>
                <a:prstGeom prst="ellipse">
                  <a:avLst/>
                </a:prstGeom>
                <a:solidFill>
                  <a:srgbClr val="0000FF"/>
                </a:solidFill>
                <a:ln w="38100">
                  <a:solidFill>
                    <a:srgbClr val="0000FF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Rectangle 111"/>
              <p:cNvSpPr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2551" y="1840"/>
                <a:ext cx="237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12700" tIns="12700" rIns="12700" bIns="12700"/>
              <a:lstStyle/>
              <a:p>
                <a:pPr algn="just"/>
                <a:r>
                  <a:rPr lang="en-US" altLang="zh-CN" i="1">
                    <a:solidFill>
                      <a:srgbClr val="0000FF"/>
                    </a:solidFill>
                    <a:ea typeface="宋体" charset="-122"/>
                  </a:rPr>
                  <a:t>I</a:t>
                </a:r>
                <a:r>
                  <a:rPr lang="en-US" altLang="zh-CN" baseline="-25000">
                    <a:solidFill>
                      <a:srgbClr val="0000FF"/>
                    </a:solidFill>
                    <a:ea typeface="宋体" charset="-122"/>
                  </a:rPr>
                  <a:t>0</a:t>
                </a:r>
                <a:endParaRPr lang="en-US" altLang="zh-CN">
                  <a:ea typeface="宋体" charset="-122"/>
                </a:endParaRPr>
              </a:p>
            </p:txBody>
          </p:sp>
          <p:grpSp>
            <p:nvGrpSpPr>
              <p:cNvPr id="51" name="Group 112"/>
              <p:cNvGrpSpPr/>
              <p:nvPr/>
            </p:nvGrpSpPr>
            <p:grpSpPr bwMode="auto">
              <a:xfrm>
                <a:off x="3020" y="1824"/>
                <a:ext cx="388" cy="864"/>
                <a:chOff x="3020" y="1824"/>
                <a:chExt cx="388" cy="864"/>
              </a:xfrm>
            </p:grpSpPr>
            <p:sp>
              <p:nvSpPr>
                <p:cNvPr id="52" name="Oval 113"/>
                <p:cNvSpPr>
                  <a14:cpLocks xmlns:a14="http://schemas.microsoft.com/office/drawing/2010/main" noChangeArrowheads="1"/>
                </p:cNvSpPr>
                <p:nvPr/>
              </p:nvSpPr>
              <p:spPr bwMode="auto">
                <a:xfrm>
                  <a:off x="3020" y="1824"/>
                  <a:ext cx="388" cy="86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Line 114"/>
                <p:cNvSpPr>
                  <a14:cpLocks xmlns:a14="http://schemas.microsoft.com/office/drawing/2010/main" noChangeShapeType="1"/>
                </p:cNvSpPr>
                <p:nvPr/>
              </p:nvSpPr>
              <p:spPr bwMode="auto">
                <a:xfrm rot="480000">
                  <a:off x="3216" y="2401"/>
                  <a:ext cx="47" cy="287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" name="Rectangle 115"/>
                <p:cNvSpPr>
                  <a14:cpLocks xmlns:a14="http://schemas.microsoft.com/office/drawing/2010/main" noChangeArrowheads="1"/>
                </p:cNvSpPr>
                <p:nvPr/>
              </p:nvSpPr>
              <p:spPr bwMode="auto">
                <a:xfrm>
                  <a:off x="3059" y="1849"/>
                  <a:ext cx="349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i="1">
                      <a:solidFill>
                        <a:srgbClr val="000000"/>
                      </a:solidFill>
                      <a:ea typeface="宋体" charset="-122"/>
                    </a:rPr>
                    <a:t>P</a:t>
                  </a:r>
                  <a:r>
                    <a:rPr lang="en-US" altLang="zh-CN" baseline="-25000">
                      <a:solidFill>
                        <a:srgbClr val="000000"/>
                      </a:solidFill>
                      <a:ea typeface="宋体" charset="-122"/>
                    </a:rPr>
                    <a:t>1</a:t>
                  </a:r>
                  <a:endParaRPr lang="zh-CN" altLang="en-US" baseline="-25000">
                    <a:solidFill>
                      <a:srgbClr val="000000"/>
                    </a:solidFill>
                    <a:ea typeface="宋体" charset="-122"/>
                  </a:endParaRPr>
                </a:p>
              </p:txBody>
            </p:sp>
          </p:grpSp>
        </p:grpSp>
        <p:grpSp>
          <p:nvGrpSpPr>
            <p:cNvPr id="5" name="Group 116"/>
            <p:cNvGrpSpPr/>
            <p:nvPr/>
          </p:nvGrpSpPr>
          <p:grpSpPr bwMode="auto">
            <a:xfrm>
              <a:off x="2787" y="3223"/>
              <a:ext cx="755" cy="185"/>
              <a:chOff x="3400" y="854"/>
              <a:chExt cx="824" cy="154"/>
            </a:xfrm>
          </p:grpSpPr>
          <p:sp>
            <p:nvSpPr>
              <p:cNvPr id="45" name="Line 117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>
                <a:off x="3400" y="927"/>
                <a:ext cx="824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med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Line 118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 flipH="1">
                <a:off x="3552" y="854"/>
                <a:ext cx="0" cy="14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Line 119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>
                <a:off x="3744" y="854"/>
                <a:ext cx="1" cy="14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" name="Line 120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>
                <a:off x="3936" y="860"/>
                <a:ext cx="1" cy="148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Rectangle 121"/>
            <p:cNvSpPr>
              <a14:cpLocks xmlns:a14="http://schemas.microsoft.com/office/drawing/2010/main" noChangeArrowheads="1"/>
            </p:cNvSpPr>
            <p:nvPr/>
          </p:nvSpPr>
          <p:spPr bwMode="auto">
            <a:xfrm>
              <a:off x="2787" y="2887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lang="en-US" altLang="zh-CN" i="1">
                  <a:solidFill>
                    <a:srgbClr val="0000FF"/>
                  </a:solidFill>
                </a:rPr>
                <a:t>I</a:t>
              </a:r>
              <a:r>
                <a:rPr lang="en-US" altLang="zh-CN" baseline="-25000">
                  <a:solidFill>
                    <a:srgbClr val="0000FF"/>
                  </a:solidFill>
                </a:rPr>
                <a:t>0</a:t>
              </a:r>
              <a:r>
                <a:rPr lang="en-US" altLang="zh-CN">
                  <a:solidFill>
                    <a:srgbClr val="0000FF"/>
                  </a:solidFill>
                </a:rPr>
                <a:t>/2</a:t>
              </a:r>
              <a:endParaRPr lang="en-US" altLang="zh-CN">
                <a:solidFill>
                  <a:srgbClr val="0000FF"/>
                </a:solidFill>
              </a:endParaRPr>
            </a:p>
          </p:txBody>
        </p:sp>
        <p:grpSp>
          <p:nvGrpSpPr>
            <p:cNvPr id="7" name="Group 122"/>
            <p:cNvGrpSpPr/>
            <p:nvPr/>
          </p:nvGrpSpPr>
          <p:grpSpPr bwMode="auto">
            <a:xfrm>
              <a:off x="3240" y="2627"/>
              <a:ext cx="1393" cy="1117"/>
              <a:chOff x="4032" y="83"/>
              <a:chExt cx="1329" cy="1117"/>
            </a:xfrm>
          </p:grpSpPr>
          <p:grpSp>
            <p:nvGrpSpPr>
              <p:cNvPr id="27" name="Group 123"/>
              <p:cNvGrpSpPr/>
              <p:nvPr/>
            </p:nvGrpSpPr>
            <p:grpSpPr bwMode="auto">
              <a:xfrm>
                <a:off x="4456" y="336"/>
                <a:ext cx="824" cy="528"/>
                <a:chOff x="4456" y="336"/>
                <a:chExt cx="824" cy="528"/>
              </a:xfrm>
            </p:grpSpPr>
            <p:sp>
              <p:nvSpPr>
                <p:cNvPr id="38" name="Rectangle 124"/>
                <p:cNvSpPr>
                  <a14:cpLocks xmlns:a14="http://schemas.microsoft.com/office/drawing/2010/main" noChangeArrowheads="1"/>
                </p:cNvSpPr>
                <p:nvPr/>
              </p:nvSpPr>
              <p:spPr bwMode="auto">
                <a:xfrm>
                  <a:off x="4656" y="336"/>
                  <a:ext cx="32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/>
                <a:p>
                  <a:pPr algn="just"/>
                  <a:r>
                    <a:rPr lang="en-US" altLang="zh-CN" i="1">
                      <a:solidFill>
                        <a:srgbClr val="0000FF"/>
                      </a:solidFill>
                      <a:ea typeface="宋体" charset="-122"/>
                    </a:rPr>
                    <a:t>I</a:t>
                  </a:r>
                  <a:r>
                    <a:rPr lang="en-US" altLang="zh-CN" baseline="-25000">
                      <a:solidFill>
                        <a:srgbClr val="0000FF"/>
                      </a:solidFill>
                      <a:ea typeface="宋体" charset="-122"/>
                    </a:rPr>
                    <a:t>2</a:t>
                  </a:r>
                  <a:endParaRPr lang="en-US" altLang="zh-CN" baseline="-25000">
                    <a:solidFill>
                      <a:srgbClr val="0000FF"/>
                    </a:solidFill>
                    <a:ea typeface="宋体" charset="-122"/>
                  </a:endParaRPr>
                </a:p>
              </p:txBody>
            </p:sp>
            <p:grpSp>
              <p:nvGrpSpPr>
                <p:cNvPr id="39" name="Group 125"/>
                <p:cNvGrpSpPr/>
                <p:nvPr/>
              </p:nvGrpSpPr>
              <p:grpSpPr bwMode="auto">
                <a:xfrm>
                  <a:off x="4456" y="672"/>
                  <a:ext cx="824" cy="192"/>
                  <a:chOff x="4456" y="624"/>
                  <a:chExt cx="824" cy="192"/>
                </a:xfrm>
              </p:grpSpPr>
              <p:sp>
                <p:nvSpPr>
                  <p:cNvPr id="40" name="Line 126"/>
                  <p:cNvSpPr>
                    <a14:cpLocks xmlns:a14="http://schemas.microsoft.com/office/drawing/2010/main" noChangeShapeType="1"/>
                  </p:cNvSpPr>
                  <p:nvPr/>
                </p:nvSpPr>
                <p:spPr bwMode="auto">
                  <a:xfrm>
                    <a:off x="4456" y="711"/>
                    <a:ext cx="824" cy="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 type="none" w="med" len="sm"/>
                    <a:tailEnd type="triangl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41" name="Group 127"/>
                  <p:cNvGrpSpPr/>
                  <p:nvPr/>
                </p:nvGrpSpPr>
                <p:grpSpPr bwMode="auto">
                  <a:xfrm>
                    <a:off x="4543" y="624"/>
                    <a:ext cx="545" cy="192"/>
                    <a:chOff x="3199" y="3696"/>
                    <a:chExt cx="545" cy="192"/>
                  </a:xfrm>
                </p:grpSpPr>
                <p:sp>
                  <p:nvSpPr>
                    <p:cNvPr id="42" name="Line 128"/>
                    <p:cNvSpPr>
                      <a14:cpLocks xmlns:a14="http://schemas.microsoft.com/office/drawing/2010/main" noChangeShapeType="1"/>
                    </p:cNvSpPr>
                    <p:nvPr/>
                  </p:nvSpPr>
                  <p:spPr bwMode="auto">
                    <a:xfrm flipH="1">
                      <a:off x="3199" y="3696"/>
                      <a:ext cx="65" cy="19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F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3" name="Line 129"/>
                    <p:cNvSpPr>
                      <a14:cpLocks xmlns:a14="http://schemas.microsoft.com/office/drawing/2010/main" noChangeShapeType="1"/>
                    </p:cNvSpPr>
                    <p:nvPr/>
                  </p:nvSpPr>
                  <p:spPr bwMode="auto">
                    <a:xfrm flipH="1">
                      <a:off x="3439" y="3696"/>
                      <a:ext cx="65" cy="19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F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4" name="Line 130"/>
                    <p:cNvSpPr>
                      <a14:cpLocks xmlns:a14="http://schemas.microsoft.com/office/drawing/2010/main" noChangeShapeType="1"/>
                    </p:cNvSpPr>
                    <p:nvPr/>
                  </p:nvSpPr>
                  <p:spPr bwMode="auto">
                    <a:xfrm flipH="1">
                      <a:off x="3679" y="3696"/>
                      <a:ext cx="65" cy="19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F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28" name="Group 131"/>
              <p:cNvGrpSpPr/>
              <p:nvPr/>
            </p:nvGrpSpPr>
            <p:grpSpPr bwMode="auto">
              <a:xfrm>
                <a:off x="4032" y="83"/>
                <a:ext cx="1329" cy="1117"/>
                <a:chOff x="4032" y="35"/>
                <a:chExt cx="1329" cy="1117"/>
              </a:xfrm>
            </p:grpSpPr>
            <p:grpSp>
              <p:nvGrpSpPr>
                <p:cNvPr id="29" name="Group 132"/>
                <p:cNvGrpSpPr/>
                <p:nvPr/>
              </p:nvGrpSpPr>
              <p:grpSpPr bwMode="auto">
                <a:xfrm>
                  <a:off x="4032" y="35"/>
                  <a:ext cx="1329" cy="1117"/>
                  <a:chOff x="4032" y="35"/>
                  <a:chExt cx="1329" cy="1117"/>
                </a:xfrm>
              </p:grpSpPr>
              <p:sp>
                <p:nvSpPr>
                  <p:cNvPr id="34" name="Oval 133"/>
                  <p:cNvSpPr>
                    <a14:cpLocks xmlns:a14="http://schemas.microsoft.com/office/drawing/2010/main" noChangeArrowheads="1"/>
                  </p:cNvSpPr>
                  <p:nvPr/>
                </p:nvSpPr>
                <p:spPr bwMode="auto">
                  <a:xfrm>
                    <a:off x="4032" y="288"/>
                    <a:ext cx="432" cy="864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" name="Line 134"/>
                  <p:cNvSpPr>
                    <a14:cpLocks xmlns:a14="http://schemas.microsoft.com/office/drawing/2010/main" noChangeShapeType="1"/>
                  </p:cNvSpPr>
                  <p:nvPr/>
                </p:nvSpPr>
                <p:spPr bwMode="auto">
                  <a:xfrm flipH="1">
                    <a:off x="4272" y="912"/>
                    <a:ext cx="96" cy="240"/>
                  </a:xfrm>
                  <a:prstGeom prst="line">
                    <a:avLst/>
                  </a:prstGeom>
                  <a:noFill/>
                  <a:ln w="25400">
                    <a:solidFill>
                      <a:srgbClr val="FF0000"/>
                    </a:solidFill>
                    <a:round/>
                    <a:headEnd type="triangl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" name="Rectangle 135"/>
                  <p:cNvSpPr>
                    <a14:cpLocks xmlns:a14="http://schemas.microsoft.com/office/drawing/2010/main" noChangeArrowheads="1"/>
                  </p:cNvSpPr>
                  <p:nvPr/>
                </p:nvSpPr>
                <p:spPr bwMode="auto">
                  <a:xfrm>
                    <a:off x="5032" y="35"/>
                    <a:ext cx="329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1" dirty="0">
                        <a:solidFill>
                          <a:srgbClr val="000000"/>
                        </a:solidFill>
                        <a:ea typeface="宋体" charset="-122"/>
                      </a:rPr>
                      <a:t>P</a:t>
                    </a:r>
                    <a:r>
                      <a:rPr lang="en-US" altLang="zh-CN" baseline="-25000" dirty="0">
                        <a:solidFill>
                          <a:srgbClr val="000000"/>
                        </a:solidFill>
                        <a:ea typeface="宋体" charset="-122"/>
                      </a:rPr>
                      <a:t>3</a:t>
                    </a:r>
                    <a:endParaRPr lang="zh-CN" altLang="en-US" baseline="-25000" dirty="0">
                      <a:solidFill>
                        <a:srgbClr val="000000"/>
                      </a:solidFill>
                      <a:ea typeface="宋体" charset="-122"/>
                    </a:endParaRPr>
                  </a:p>
                </p:txBody>
              </p:sp>
              <p:sp>
                <p:nvSpPr>
                  <p:cNvPr id="37" name="Line 136"/>
                  <p:cNvSpPr>
                    <a14:cpLocks xmlns:a14="http://schemas.microsoft.com/office/drawing/2010/main" noChangeShapeType="1"/>
                  </p:cNvSpPr>
                  <p:nvPr/>
                </p:nvSpPr>
                <p:spPr bwMode="auto">
                  <a:xfrm flipV="1">
                    <a:off x="4272" y="336"/>
                    <a:ext cx="0" cy="768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prstDash val="dash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0" name="Group 137"/>
                <p:cNvGrpSpPr/>
                <p:nvPr/>
              </p:nvGrpSpPr>
              <p:grpSpPr bwMode="auto">
                <a:xfrm>
                  <a:off x="4263" y="96"/>
                  <a:ext cx="529" cy="672"/>
                  <a:chOff x="4263" y="96"/>
                  <a:chExt cx="529" cy="672"/>
                </a:xfrm>
              </p:grpSpPr>
              <p:sp>
                <p:nvSpPr>
                  <p:cNvPr id="31" name="Line 138"/>
                  <p:cNvSpPr>
                    <a14:cpLocks xmlns:a14="http://schemas.microsoft.com/office/drawing/2010/main" noChangeShapeType="1"/>
                  </p:cNvSpPr>
                  <p:nvPr/>
                </p:nvSpPr>
                <p:spPr bwMode="auto">
                  <a:xfrm flipV="1">
                    <a:off x="4272" y="432"/>
                    <a:ext cx="96" cy="336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" name="Arc 139"/>
                  <p:cNvSpPr/>
                  <p:nvPr/>
                </p:nvSpPr>
                <p:spPr bwMode="auto">
                  <a:xfrm>
                    <a:off x="4263" y="482"/>
                    <a:ext cx="59" cy="96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501"/>
                      <a:gd name="T1" fmla="*/ 0 h 21600"/>
                      <a:gd name="T2" fmla="*/ 21501 w 21501"/>
                      <a:gd name="T3" fmla="*/ 19529 h 21600"/>
                      <a:gd name="T4" fmla="*/ 0 w 21501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501" h="21600" fill="none" extrusionOk="0">
                        <a:moveTo>
                          <a:pt x="-1" y="0"/>
                        </a:moveTo>
                        <a:cubicBezTo>
                          <a:pt x="11127" y="0"/>
                          <a:pt x="20433" y="8453"/>
                          <a:pt x="21500" y="19529"/>
                        </a:cubicBezTo>
                      </a:path>
                      <a:path w="21501" h="21600" stroke="0" extrusionOk="0">
                        <a:moveTo>
                          <a:pt x="-1" y="0"/>
                        </a:moveTo>
                        <a:cubicBezTo>
                          <a:pt x="11127" y="0"/>
                          <a:pt x="20433" y="8453"/>
                          <a:pt x="21500" y="19529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1750">
                    <a:solidFill>
                      <a:srgbClr val="FF00FF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srgbClr val="FF00FF"/>
                      </a:solidFill>
                    </a:endParaRPr>
                  </a:p>
                </p:txBody>
              </p:sp>
              <p:sp>
                <p:nvSpPr>
                  <p:cNvPr id="33" name="Rectangle 140"/>
                  <p:cNvSpPr>
                    <a14:cpLocks xmlns:a14="http://schemas.microsoft.com/office/drawing/2010/main" noChangeArrowheads="1"/>
                  </p:cNvSpPr>
                  <p:nvPr/>
                </p:nvSpPr>
                <p:spPr bwMode="auto">
                  <a:xfrm>
                    <a:off x="4272" y="96"/>
                    <a:ext cx="52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400" baseline="30000" dirty="0">
                        <a:solidFill>
                          <a:srgbClr val="FF0000"/>
                        </a:solidFill>
                        <a:sym typeface="Symbol" pitchFamily="18" charset="2"/>
                      </a:rPr>
                      <a:t>θ</a:t>
                    </a:r>
                    <a:endParaRPr lang="en-US" altLang="zh-CN" sz="2400" baseline="30000" dirty="0">
                      <a:solidFill>
                        <a:srgbClr val="FF0000"/>
                      </a:solidFill>
                      <a:sym typeface="Symbol" pitchFamily="18" charset="2"/>
                    </a:endParaRPr>
                  </a:p>
                </p:txBody>
              </p:sp>
            </p:grpSp>
          </p:grpSp>
        </p:grpSp>
        <p:grpSp>
          <p:nvGrpSpPr>
            <p:cNvPr id="8" name="Group 141"/>
            <p:cNvGrpSpPr/>
            <p:nvPr/>
          </p:nvGrpSpPr>
          <p:grpSpPr bwMode="auto">
            <a:xfrm>
              <a:off x="3138" y="2539"/>
              <a:ext cx="2449" cy="1205"/>
              <a:chOff x="4007" y="-5"/>
              <a:chExt cx="2337" cy="1205"/>
            </a:xfrm>
          </p:grpSpPr>
          <p:grpSp>
            <p:nvGrpSpPr>
              <p:cNvPr id="9" name="Group 142"/>
              <p:cNvGrpSpPr/>
              <p:nvPr/>
            </p:nvGrpSpPr>
            <p:grpSpPr bwMode="auto">
              <a:xfrm>
                <a:off x="5520" y="336"/>
                <a:ext cx="824" cy="528"/>
                <a:chOff x="4744" y="1776"/>
                <a:chExt cx="824" cy="528"/>
              </a:xfrm>
            </p:grpSpPr>
            <p:sp>
              <p:nvSpPr>
                <p:cNvPr id="20" name="Rectangle 143"/>
                <p:cNvSpPr>
                  <a14:cpLocks xmlns:a14="http://schemas.microsoft.com/office/drawing/2010/main" noChangeArrowheads="1"/>
                </p:cNvSpPr>
                <p:nvPr/>
              </p:nvSpPr>
              <p:spPr bwMode="auto">
                <a:xfrm>
                  <a:off x="5136" y="1776"/>
                  <a:ext cx="32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>
                      <a:solidFill>
                        <a:srgbClr val="FF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12700" tIns="12700" rIns="12700" bIns="12700"/>
                <a:lstStyle/>
                <a:p>
                  <a:pPr algn="just"/>
                  <a:r>
                    <a:rPr lang="en-US" altLang="zh-CN" i="1">
                      <a:solidFill>
                        <a:srgbClr val="0000FF"/>
                      </a:solidFill>
                      <a:ea typeface="宋体" charset="-122"/>
                    </a:rPr>
                    <a:t>I</a:t>
                  </a:r>
                  <a:r>
                    <a:rPr lang="en-US" altLang="zh-CN" baseline="-25000">
                      <a:solidFill>
                        <a:srgbClr val="0000FF"/>
                      </a:solidFill>
                      <a:ea typeface="宋体" charset="-122"/>
                    </a:rPr>
                    <a:t>3</a:t>
                  </a:r>
                  <a:endParaRPr lang="en-US" altLang="zh-CN" baseline="-25000">
                    <a:solidFill>
                      <a:srgbClr val="0000FF"/>
                    </a:solidFill>
                    <a:ea typeface="宋体" charset="-122"/>
                  </a:endParaRPr>
                </a:p>
              </p:txBody>
            </p:sp>
            <p:grpSp>
              <p:nvGrpSpPr>
                <p:cNvPr id="21" name="Group 144"/>
                <p:cNvGrpSpPr/>
                <p:nvPr/>
              </p:nvGrpSpPr>
              <p:grpSpPr bwMode="auto">
                <a:xfrm>
                  <a:off x="4744" y="2112"/>
                  <a:ext cx="824" cy="192"/>
                  <a:chOff x="4744" y="2112"/>
                  <a:chExt cx="824" cy="192"/>
                </a:xfrm>
              </p:grpSpPr>
              <p:sp>
                <p:nvSpPr>
                  <p:cNvPr id="22" name="Line 145"/>
                  <p:cNvSpPr>
                    <a14:cpLocks xmlns:a14="http://schemas.microsoft.com/office/drawing/2010/main" noChangeShapeType="1"/>
                  </p:cNvSpPr>
                  <p:nvPr/>
                </p:nvSpPr>
                <p:spPr bwMode="auto">
                  <a:xfrm>
                    <a:off x="4744" y="2199"/>
                    <a:ext cx="824" cy="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 type="none" w="med" len="sm"/>
                    <a:tailEnd type="triangl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3" name="Group 146"/>
                  <p:cNvGrpSpPr/>
                  <p:nvPr/>
                </p:nvGrpSpPr>
                <p:grpSpPr bwMode="auto">
                  <a:xfrm>
                    <a:off x="4831" y="2112"/>
                    <a:ext cx="514" cy="192"/>
                    <a:chOff x="4831" y="2112"/>
                    <a:chExt cx="514" cy="192"/>
                  </a:xfrm>
                </p:grpSpPr>
                <p:sp>
                  <p:nvSpPr>
                    <p:cNvPr id="24" name="Line 147"/>
                    <p:cNvSpPr>
                      <a14:cpLocks xmlns:a14="http://schemas.microsoft.com/office/drawing/2010/main" noChangeShapeType="1"/>
                    </p:cNvSpPr>
                    <p:nvPr/>
                  </p:nvSpPr>
                  <p:spPr bwMode="auto">
                    <a:xfrm flipH="1">
                      <a:off x="4831" y="2112"/>
                      <a:ext cx="113" cy="19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F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5" name="Line 148"/>
                    <p:cNvSpPr>
                      <a14:cpLocks xmlns:a14="http://schemas.microsoft.com/office/drawing/2010/main" noChangeShapeType="1"/>
                    </p:cNvSpPr>
                    <p:nvPr/>
                  </p:nvSpPr>
                  <p:spPr bwMode="auto">
                    <a:xfrm flipH="1">
                      <a:off x="5040" y="2112"/>
                      <a:ext cx="113" cy="19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F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" name="Line 149"/>
                    <p:cNvSpPr>
                      <a14:cpLocks xmlns:a14="http://schemas.microsoft.com/office/drawing/2010/main" noChangeShapeType="1"/>
                    </p:cNvSpPr>
                    <p:nvPr/>
                  </p:nvSpPr>
                  <p:spPr bwMode="auto">
                    <a:xfrm flipH="1">
                      <a:off x="5232" y="2112"/>
                      <a:ext cx="113" cy="19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F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10" name="Group 150"/>
              <p:cNvGrpSpPr/>
              <p:nvPr/>
            </p:nvGrpSpPr>
            <p:grpSpPr bwMode="auto">
              <a:xfrm>
                <a:off x="4007" y="-5"/>
                <a:ext cx="1935" cy="1205"/>
                <a:chOff x="4007" y="-53"/>
                <a:chExt cx="1935" cy="1205"/>
              </a:xfrm>
            </p:grpSpPr>
            <p:grpSp>
              <p:nvGrpSpPr>
                <p:cNvPr id="11" name="Group 151"/>
                <p:cNvGrpSpPr/>
                <p:nvPr/>
              </p:nvGrpSpPr>
              <p:grpSpPr bwMode="auto">
                <a:xfrm>
                  <a:off x="4007" y="-53"/>
                  <a:ext cx="1513" cy="1205"/>
                  <a:chOff x="4007" y="-53"/>
                  <a:chExt cx="1513" cy="1205"/>
                </a:xfrm>
              </p:grpSpPr>
              <p:sp>
                <p:nvSpPr>
                  <p:cNvPr id="16" name="Oval 152"/>
                  <p:cNvSpPr>
                    <a14:cpLocks xmlns:a14="http://schemas.microsoft.com/office/drawing/2010/main" noChangeArrowheads="1"/>
                  </p:cNvSpPr>
                  <p:nvPr/>
                </p:nvSpPr>
                <p:spPr bwMode="auto">
                  <a:xfrm>
                    <a:off x="5088" y="288"/>
                    <a:ext cx="432" cy="864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" name="Line 153"/>
                  <p:cNvSpPr>
                    <a14:cpLocks xmlns:a14="http://schemas.microsoft.com/office/drawing/2010/main" noChangeShapeType="1"/>
                  </p:cNvSpPr>
                  <p:nvPr/>
                </p:nvSpPr>
                <p:spPr bwMode="auto">
                  <a:xfrm flipH="1">
                    <a:off x="5328" y="960"/>
                    <a:ext cx="144" cy="192"/>
                  </a:xfrm>
                  <a:prstGeom prst="line">
                    <a:avLst/>
                  </a:prstGeom>
                  <a:noFill/>
                  <a:ln w="31750">
                    <a:solidFill>
                      <a:srgbClr val="FF0000"/>
                    </a:solidFill>
                    <a:round/>
                    <a:headEnd type="triangl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" name="Rectangle 154"/>
                  <p:cNvSpPr>
                    <a14:cpLocks xmlns:a14="http://schemas.microsoft.com/office/drawing/2010/main" noChangeArrowheads="1"/>
                  </p:cNvSpPr>
                  <p:nvPr/>
                </p:nvSpPr>
                <p:spPr bwMode="auto">
                  <a:xfrm>
                    <a:off x="4007" y="-53"/>
                    <a:ext cx="329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r>
                      <a:rPr lang="en-US" altLang="zh-CN" i="1" dirty="0">
                        <a:solidFill>
                          <a:srgbClr val="000000"/>
                        </a:solidFill>
                        <a:ea typeface="宋体" charset="-122"/>
                      </a:rPr>
                      <a:t>P</a:t>
                    </a:r>
                    <a:r>
                      <a:rPr lang="en-US" altLang="zh-CN" baseline="-25000" dirty="0">
                        <a:solidFill>
                          <a:srgbClr val="000000"/>
                        </a:solidFill>
                        <a:ea typeface="宋体" charset="-122"/>
                      </a:rPr>
                      <a:t>2</a:t>
                    </a:r>
                    <a:endParaRPr lang="zh-CN" altLang="en-US" baseline="-25000" dirty="0">
                      <a:solidFill>
                        <a:srgbClr val="000000"/>
                      </a:solidFill>
                      <a:ea typeface="宋体" charset="-122"/>
                    </a:endParaRPr>
                  </a:p>
                </p:txBody>
              </p:sp>
              <p:sp>
                <p:nvSpPr>
                  <p:cNvPr id="19" name="Line 155"/>
                  <p:cNvSpPr>
                    <a14:cpLocks xmlns:a14="http://schemas.microsoft.com/office/drawing/2010/main" noChangeShapeType="1"/>
                  </p:cNvSpPr>
                  <p:nvPr/>
                </p:nvSpPr>
                <p:spPr bwMode="auto">
                  <a:xfrm flipV="1">
                    <a:off x="5328" y="336"/>
                    <a:ext cx="0" cy="768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prstDash val="dash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2" name="Group 156"/>
                <p:cNvGrpSpPr/>
                <p:nvPr/>
              </p:nvGrpSpPr>
              <p:grpSpPr bwMode="auto">
                <a:xfrm>
                  <a:off x="5328" y="240"/>
                  <a:ext cx="614" cy="528"/>
                  <a:chOff x="5328" y="240"/>
                  <a:chExt cx="614" cy="528"/>
                </a:xfrm>
              </p:grpSpPr>
              <p:sp>
                <p:nvSpPr>
                  <p:cNvPr id="13" name="Line 157"/>
                  <p:cNvSpPr>
                    <a14:cpLocks xmlns:a14="http://schemas.microsoft.com/office/drawing/2010/main" noChangeShapeType="1"/>
                  </p:cNvSpPr>
                  <p:nvPr/>
                </p:nvSpPr>
                <p:spPr bwMode="auto">
                  <a:xfrm flipV="1">
                    <a:off x="5328" y="576"/>
                    <a:ext cx="144" cy="192"/>
                  </a:xfrm>
                  <a:prstGeom prst="line">
                    <a:avLst/>
                  </a:prstGeom>
                  <a:noFill/>
                  <a:ln w="3175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" name="Arc 158"/>
                  <p:cNvSpPr/>
                  <p:nvPr/>
                </p:nvSpPr>
                <p:spPr bwMode="auto">
                  <a:xfrm rot="-808564">
                    <a:off x="5333" y="528"/>
                    <a:ext cx="91" cy="144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0859"/>
                      <a:gd name="T1" fmla="*/ 0 h 21600"/>
                      <a:gd name="T2" fmla="*/ 20859 w 20859"/>
                      <a:gd name="T3" fmla="*/ 15990 h 21600"/>
                      <a:gd name="T4" fmla="*/ 0 w 20859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0859" h="21600" fill="none" extrusionOk="0">
                        <a:moveTo>
                          <a:pt x="-1" y="0"/>
                        </a:moveTo>
                        <a:cubicBezTo>
                          <a:pt x="9768" y="0"/>
                          <a:pt x="18321" y="6556"/>
                          <a:pt x="20858" y="15990"/>
                        </a:cubicBezTo>
                      </a:path>
                      <a:path w="20859" h="21600" stroke="0" extrusionOk="0">
                        <a:moveTo>
                          <a:pt x="-1" y="0"/>
                        </a:moveTo>
                        <a:cubicBezTo>
                          <a:pt x="9768" y="0"/>
                          <a:pt x="18321" y="6556"/>
                          <a:pt x="20858" y="1599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31750">
                    <a:solidFill>
                      <a:srgbClr val="FF00FF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solidFill>
                        <a:srgbClr val="FF00FF"/>
                      </a:solidFill>
                    </a:endParaRPr>
                  </a:p>
                </p:txBody>
              </p:sp>
              <p:sp>
                <p:nvSpPr>
                  <p:cNvPr id="15" name="Rectangle 159"/>
                  <p:cNvSpPr>
                    <a14:cpLocks xmlns:a14="http://schemas.microsoft.com/office/drawing/2010/main" noChangeArrowheads="1"/>
                  </p:cNvSpPr>
                  <p:nvPr/>
                </p:nvSpPr>
                <p:spPr bwMode="auto">
                  <a:xfrm>
                    <a:off x="5472" y="240"/>
                    <a:ext cx="470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400" dirty="0">
                        <a:solidFill>
                          <a:srgbClr val="FF0000"/>
                        </a:solidFill>
                        <a:sym typeface="Symbol" pitchFamily="18" charset="2"/>
                      </a:rPr>
                      <a:t>90</a:t>
                    </a:r>
                    <a:r>
                      <a:rPr lang="en-US" altLang="zh-CN" sz="2400" baseline="30000" dirty="0">
                        <a:solidFill>
                          <a:srgbClr val="FF0000"/>
                        </a:solidFill>
                        <a:sym typeface="Symbol" pitchFamily="18" charset="2"/>
                      </a:rPr>
                      <a:t>0</a:t>
                    </a:r>
                    <a:r>
                      <a:rPr lang="en-US" altLang="zh-CN" sz="2400" dirty="0">
                        <a:solidFill>
                          <a:srgbClr val="FF0000"/>
                        </a:solidFill>
                        <a:sym typeface="Symbol" pitchFamily="18" charset="2"/>
                      </a:rPr>
                      <a:t>-θ</a:t>
                    </a:r>
                    <a:endParaRPr lang="en-US" altLang="zh-CN" sz="2400" baseline="30000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</p:grpSp>
        </p:grpSp>
      </p:grpSp>
      <p:graphicFrame>
        <p:nvGraphicFramePr>
          <p:cNvPr id="62" name="Object 161"/>
          <p:cNvGraphicFramePr/>
          <p:nvPr/>
        </p:nvGraphicFramePr>
        <p:xfrm>
          <a:off x="53975" y="5122216"/>
          <a:ext cx="8470900" cy="828675"/>
        </p:xfrm>
        <a:graphic>
          <a:graphicData uri="http://schemas.openxmlformats.org/presentationml/2006/ole"/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" y="1395412"/>
            <a:ext cx="9134475" cy="4067175"/>
          </a:xfrm>
          <a:prstGeom prst="rect">
            <a:avLst/>
          </a:prstGeom>
        </p:spPr>
      </p:pic>
      <p:graphicFrame>
        <p:nvGraphicFramePr>
          <p:cNvPr id="2" name="Object 4"/>
          <p:cNvGraphicFramePr/>
          <p:nvPr/>
        </p:nvGraphicFramePr>
        <p:xfrm>
          <a:off x="1951608" y="3325427"/>
          <a:ext cx="3124200" cy="1312863"/>
        </p:xfrm>
        <a:graphic>
          <a:graphicData uri="http://schemas.openxmlformats.org/presentationml/2006/ole"/>
        </a:graphic>
      </p:graphicFrame>
      <p:graphicFrame>
        <p:nvGraphicFramePr>
          <p:cNvPr id="4" name="Object 6"/>
          <p:cNvGraphicFramePr/>
          <p:nvPr/>
        </p:nvGraphicFramePr>
        <p:xfrm>
          <a:off x="2486734" y="4733679"/>
          <a:ext cx="4457700" cy="806450"/>
        </p:xfrm>
        <a:graphic>
          <a:graphicData uri="http://schemas.openxmlformats.org/presentationml/2006/ole"/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6837" y="1381125"/>
            <a:ext cx="6410325" cy="4095750"/>
          </a:xfrm>
          <a:prstGeom prst="rect">
            <a:avLst/>
          </a:prstGeom>
        </p:spPr>
      </p:pic>
      <p:grpSp>
        <p:nvGrpSpPr>
          <p:cNvPr id="56" name="Group 158"/>
          <p:cNvGrpSpPr/>
          <p:nvPr/>
        </p:nvGrpSpPr>
        <p:grpSpPr bwMode="auto">
          <a:xfrm>
            <a:off x="6172200" y="4297363"/>
            <a:ext cx="2743200" cy="2057400"/>
            <a:chOff x="2064" y="2832"/>
            <a:chExt cx="1728" cy="1296"/>
          </a:xfrm>
        </p:grpSpPr>
        <p:grpSp>
          <p:nvGrpSpPr>
            <p:cNvPr id="57" name="Group 159"/>
            <p:cNvGrpSpPr/>
            <p:nvPr/>
          </p:nvGrpSpPr>
          <p:grpSpPr bwMode="auto">
            <a:xfrm>
              <a:off x="2592" y="2928"/>
              <a:ext cx="384" cy="480"/>
              <a:chOff x="2688" y="2928"/>
              <a:chExt cx="384" cy="480"/>
            </a:xfrm>
          </p:grpSpPr>
          <p:sp>
            <p:nvSpPr>
              <p:cNvPr id="72" name="Text Box 160"/>
              <p:cNvSpPr txBox="1"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2688" y="2928"/>
                <a:ext cx="38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FFFF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i="1">
                    <a:solidFill>
                      <a:srgbClr val="000000"/>
                    </a:solidFill>
                    <a:ea typeface="宋体" charset="-122"/>
                  </a:rPr>
                  <a:t>i</a:t>
                </a:r>
                <a:r>
                  <a:rPr lang="en-US" altLang="zh-CN" baseline="-25000">
                    <a:solidFill>
                      <a:srgbClr val="000000"/>
                    </a:solidFill>
                    <a:ea typeface="宋体" charset="-122"/>
                  </a:rPr>
                  <a:t>0</a:t>
                </a:r>
                <a:endParaRPr lang="en-US" altLang="zh-CN" baseline="-250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73" name="Arc 161"/>
              <p:cNvSpPr/>
              <p:nvPr/>
            </p:nvSpPr>
            <p:spPr bwMode="auto">
              <a:xfrm rot="-3490759">
                <a:off x="2899" y="3284"/>
                <a:ext cx="105" cy="14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0859"/>
                  <a:gd name="T1" fmla="*/ 0 h 21600"/>
                  <a:gd name="T2" fmla="*/ 20859 w 20859"/>
                  <a:gd name="T3" fmla="*/ 15990 h 21600"/>
                  <a:gd name="T4" fmla="*/ 0 w 2085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859" h="21600" fill="none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</a:path>
                  <a:path w="20859" h="21600" stroke="0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0">
                <a:solidFill>
                  <a:srgbClr val="FF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eaVert"/>
              <a:lstStyle/>
              <a:p>
                <a:endParaRPr lang="zh-CN" altLang="en-US">
                  <a:solidFill>
                    <a:srgbClr val="FF00FF"/>
                  </a:solidFill>
                </a:endParaRPr>
              </a:p>
            </p:txBody>
          </p:sp>
        </p:grpSp>
        <p:grpSp>
          <p:nvGrpSpPr>
            <p:cNvPr id="58" name="Group 162"/>
            <p:cNvGrpSpPr/>
            <p:nvPr/>
          </p:nvGrpSpPr>
          <p:grpSpPr bwMode="auto">
            <a:xfrm>
              <a:off x="2064" y="2832"/>
              <a:ext cx="1728" cy="1296"/>
              <a:chOff x="2160" y="2832"/>
              <a:chExt cx="1728" cy="1296"/>
            </a:xfrm>
          </p:grpSpPr>
          <p:sp>
            <p:nvSpPr>
              <p:cNvPr id="59" name="Line 163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 flipV="1">
                <a:off x="2160" y="3552"/>
                <a:ext cx="1728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Line 164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 flipH="1">
                <a:off x="3024" y="2832"/>
                <a:ext cx="0" cy="1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Rectangle 165"/>
              <p:cNvSpPr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2179" y="3168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rgbClr val="000000"/>
                    </a:solidFill>
                  </a:rPr>
                  <a:t>n</a:t>
                </a:r>
                <a:r>
                  <a:rPr lang="en-US" altLang="zh-CN" baseline="-25000">
                    <a:solidFill>
                      <a:srgbClr val="000000"/>
                    </a:solidFill>
                  </a:rPr>
                  <a:t>1</a:t>
                </a:r>
                <a:endParaRPr lang="zh-CN" altLang="en-US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62" name="Rectangle 166"/>
              <p:cNvSpPr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2179" y="3561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rgbClr val="000000"/>
                    </a:solidFill>
                  </a:rPr>
                  <a:t>n</a:t>
                </a:r>
                <a:r>
                  <a:rPr lang="en-US" altLang="zh-CN" baseline="-25000">
                    <a:solidFill>
                      <a:srgbClr val="000000"/>
                    </a:solidFill>
                  </a:rPr>
                  <a:t>2</a:t>
                </a:r>
                <a:endParaRPr lang="zh-CN" altLang="en-US" baseline="-250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63" name="Group 167"/>
              <p:cNvGrpSpPr/>
              <p:nvPr/>
            </p:nvGrpSpPr>
            <p:grpSpPr bwMode="auto">
              <a:xfrm>
                <a:off x="2256" y="2928"/>
                <a:ext cx="768" cy="624"/>
                <a:chOff x="2256" y="2928"/>
                <a:chExt cx="768" cy="624"/>
              </a:xfrm>
            </p:grpSpPr>
            <p:grpSp>
              <p:nvGrpSpPr>
                <p:cNvPr id="64" name="Group 168"/>
                <p:cNvGrpSpPr/>
                <p:nvPr/>
              </p:nvGrpSpPr>
              <p:grpSpPr bwMode="auto">
                <a:xfrm>
                  <a:off x="2256" y="2928"/>
                  <a:ext cx="768" cy="624"/>
                  <a:chOff x="2256" y="2928"/>
                  <a:chExt cx="768" cy="624"/>
                </a:xfrm>
              </p:grpSpPr>
              <p:sp>
                <p:nvSpPr>
                  <p:cNvPr id="68" name="Line 169"/>
                  <p:cNvSpPr>
                    <a14:cpLocks xmlns:a14="http://schemas.microsoft.com/office/drawing/2010/main" noChangeShapeType="1"/>
                  </p:cNvSpPr>
                  <p:nvPr/>
                </p:nvSpPr>
                <p:spPr bwMode="auto">
                  <a:xfrm>
                    <a:off x="2256" y="2928"/>
                    <a:ext cx="768" cy="623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9" name="Rectangle 170"/>
                  <p:cNvSpPr>
                    <a14:cpLocks xmlns:a14="http://schemas.microsoft.com/office/drawing/2010/main" noChangeArrowheads="1"/>
                  </p:cNvSpPr>
                  <p:nvPr/>
                </p:nvSpPr>
                <p:spPr bwMode="auto">
                  <a:xfrm>
                    <a:off x="2400" y="2976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000">
                        <a:solidFill>
                          <a:srgbClr val="3333CC"/>
                        </a:solidFill>
                        <a:sym typeface="Symbol" pitchFamily="18" charset="2"/>
                      </a:rPr>
                      <a:t>●</a:t>
                    </a:r>
                    <a:endParaRPr lang="en-US" altLang="zh-CN" sz="2000">
                      <a:solidFill>
                        <a:srgbClr val="3333CC"/>
                      </a:solidFill>
                    </a:endParaRPr>
                  </a:p>
                </p:txBody>
              </p:sp>
              <p:sp>
                <p:nvSpPr>
                  <p:cNvPr id="70" name="Rectangle 171"/>
                  <p:cNvSpPr>
                    <a14:cpLocks xmlns:a14="http://schemas.microsoft.com/office/drawing/2010/main" noChangeArrowheads="1"/>
                  </p:cNvSpPr>
                  <p:nvPr/>
                </p:nvSpPr>
                <p:spPr bwMode="auto">
                  <a:xfrm>
                    <a:off x="2544" y="3120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000">
                        <a:solidFill>
                          <a:srgbClr val="3333CC"/>
                        </a:solidFill>
                        <a:sym typeface="Symbol" pitchFamily="18" charset="2"/>
                      </a:rPr>
                      <a:t>●</a:t>
                    </a:r>
                    <a:endParaRPr lang="en-US" altLang="zh-CN" sz="2000">
                      <a:solidFill>
                        <a:srgbClr val="3333CC"/>
                      </a:solidFill>
                    </a:endParaRPr>
                  </a:p>
                </p:txBody>
              </p:sp>
              <p:sp>
                <p:nvSpPr>
                  <p:cNvPr id="71" name="Rectangle 172"/>
                  <p:cNvSpPr>
                    <a14:cpLocks xmlns:a14="http://schemas.microsoft.com/office/drawing/2010/main" noChangeArrowheads="1"/>
                  </p:cNvSpPr>
                  <p:nvPr/>
                </p:nvSpPr>
                <p:spPr bwMode="auto">
                  <a:xfrm>
                    <a:off x="2736" y="3264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000">
                        <a:solidFill>
                          <a:srgbClr val="3333CC"/>
                        </a:solidFill>
                        <a:sym typeface="Symbol" pitchFamily="18" charset="2"/>
                      </a:rPr>
                      <a:t>●</a:t>
                    </a:r>
                    <a:endParaRPr lang="en-US" altLang="zh-CN" sz="2000">
                      <a:solidFill>
                        <a:srgbClr val="3333CC"/>
                      </a:solidFill>
                    </a:endParaRPr>
                  </a:p>
                </p:txBody>
              </p:sp>
            </p:grpSp>
            <p:sp>
              <p:nvSpPr>
                <p:cNvPr id="65" name="Line 173"/>
                <p:cNvSpPr>
                  <a14:cpLocks xmlns:a14="http://schemas.microsoft.com/office/drawing/2010/main" noChangeShapeType="1"/>
                </p:cNvSpPr>
                <p:nvPr/>
              </p:nvSpPr>
              <p:spPr bwMode="auto">
                <a:xfrm flipH="1">
                  <a:off x="2496" y="3072"/>
                  <a:ext cx="144" cy="192"/>
                </a:xfrm>
                <a:prstGeom prst="line">
                  <a:avLst/>
                </a:prstGeom>
                <a:noFill/>
                <a:ln w="38100">
                  <a:solidFill>
                    <a:srgbClr val="3333CC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" name="Line 174"/>
                <p:cNvSpPr>
                  <a14:cpLocks xmlns:a14="http://schemas.microsoft.com/office/drawing/2010/main" noChangeShapeType="1"/>
                </p:cNvSpPr>
                <p:nvPr/>
              </p:nvSpPr>
              <p:spPr bwMode="auto">
                <a:xfrm flipH="1">
                  <a:off x="2688" y="3216"/>
                  <a:ext cx="144" cy="192"/>
                </a:xfrm>
                <a:prstGeom prst="line">
                  <a:avLst/>
                </a:prstGeom>
                <a:noFill/>
                <a:ln w="38100">
                  <a:solidFill>
                    <a:srgbClr val="3333CC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" name="Line 175"/>
                <p:cNvSpPr>
                  <a14:cpLocks xmlns:a14="http://schemas.microsoft.com/office/drawing/2010/main" noChangeShapeType="1"/>
                </p:cNvSpPr>
                <p:nvPr/>
              </p:nvSpPr>
              <p:spPr bwMode="auto">
                <a:xfrm flipH="1">
                  <a:off x="2304" y="2928"/>
                  <a:ext cx="144" cy="192"/>
                </a:xfrm>
                <a:prstGeom prst="line">
                  <a:avLst/>
                </a:prstGeom>
                <a:noFill/>
                <a:ln w="38100">
                  <a:solidFill>
                    <a:srgbClr val="3333CC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74" name="Group 255"/>
          <p:cNvGrpSpPr/>
          <p:nvPr/>
        </p:nvGrpSpPr>
        <p:grpSpPr bwMode="auto">
          <a:xfrm>
            <a:off x="7467600" y="4525963"/>
            <a:ext cx="1143000" cy="914400"/>
            <a:chOff x="4560" y="2851"/>
            <a:chExt cx="720" cy="576"/>
          </a:xfrm>
        </p:grpSpPr>
        <p:grpSp>
          <p:nvGrpSpPr>
            <p:cNvPr id="75" name="Group 254"/>
            <p:cNvGrpSpPr/>
            <p:nvPr/>
          </p:nvGrpSpPr>
          <p:grpSpPr bwMode="auto">
            <a:xfrm>
              <a:off x="4560" y="2851"/>
              <a:ext cx="384" cy="460"/>
              <a:chOff x="4560" y="2851"/>
              <a:chExt cx="384" cy="460"/>
            </a:xfrm>
          </p:grpSpPr>
          <p:sp>
            <p:nvSpPr>
              <p:cNvPr id="80" name="Text Box 230"/>
              <p:cNvSpPr txBox="1"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4560" y="2851"/>
                <a:ext cx="38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FFFF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i="1">
                    <a:solidFill>
                      <a:srgbClr val="000000"/>
                    </a:solidFill>
                    <a:ea typeface="宋体" charset="-122"/>
                  </a:rPr>
                  <a:t>i</a:t>
                </a:r>
                <a:r>
                  <a:rPr lang="en-US" altLang="zh-CN" sz="3200" baseline="-25000">
                    <a:solidFill>
                      <a:srgbClr val="000000"/>
                    </a:solidFill>
                    <a:ea typeface="宋体" charset="-122"/>
                  </a:rPr>
                  <a:t>0</a:t>
                </a:r>
                <a:endParaRPr lang="en-US" altLang="zh-CN" sz="3200" baseline="-250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81" name="Arc 231"/>
              <p:cNvSpPr/>
              <p:nvPr/>
            </p:nvSpPr>
            <p:spPr bwMode="auto">
              <a:xfrm rot="-3067019">
                <a:off x="4675" y="3187"/>
                <a:ext cx="105" cy="14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0859"/>
                  <a:gd name="T1" fmla="*/ 0 h 21600"/>
                  <a:gd name="T2" fmla="*/ 20859 w 20859"/>
                  <a:gd name="T3" fmla="*/ 15990 h 21600"/>
                  <a:gd name="T4" fmla="*/ 0 w 2085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859" h="21600" fill="none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</a:path>
                  <a:path w="20859" h="21600" stroke="0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0">
                <a:solidFill>
                  <a:srgbClr val="FF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eaVert"/>
              <a:lstStyle/>
              <a:p>
                <a:endParaRPr lang="zh-CN" altLang="en-US">
                  <a:solidFill>
                    <a:srgbClr val="FF00FF"/>
                  </a:solidFill>
                </a:endParaRPr>
              </a:p>
            </p:txBody>
          </p:sp>
        </p:grpSp>
        <p:grpSp>
          <p:nvGrpSpPr>
            <p:cNvPr id="76" name="Group 253"/>
            <p:cNvGrpSpPr/>
            <p:nvPr/>
          </p:nvGrpSpPr>
          <p:grpSpPr bwMode="auto">
            <a:xfrm>
              <a:off x="4608" y="2899"/>
              <a:ext cx="672" cy="528"/>
              <a:chOff x="4608" y="2899"/>
              <a:chExt cx="672" cy="528"/>
            </a:xfrm>
          </p:grpSpPr>
          <p:sp>
            <p:nvSpPr>
              <p:cNvPr id="77" name="Line 233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 flipV="1">
                <a:off x="4608" y="2899"/>
                <a:ext cx="672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Rectangle 234"/>
              <p:cNvSpPr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4715" y="3120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solidFill>
                      <a:srgbClr val="3333CC"/>
                    </a:solidFill>
                    <a:sym typeface="Symbol" pitchFamily="18" charset="2"/>
                  </a:rPr>
                  <a:t>●</a:t>
                </a:r>
                <a:endParaRPr lang="zh-CN" altLang="en-US" sz="2000">
                  <a:solidFill>
                    <a:srgbClr val="3333CC"/>
                  </a:solidFill>
                  <a:sym typeface="Symbol" pitchFamily="18" charset="2"/>
                </a:endParaRPr>
              </a:p>
            </p:txBody>
          </p:sp>
          <p:sp>
            <p:nvSpPr>
              <p:cNvPr id="79" name="Rectangle 235"/>
              <p:cNvSpPr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4859" y="2976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solidFill>
                      <a:srgbClr val="3333CC"/>
                    </a:solidFill>
                    <a:sym typeface="Symbol" pitchFamily="18" charset="2"/>
                  </a:rPr>
                  <a:t>●</a:t>
                </a:r>
                <a:endParaRPr lang="zh-CN" altLang="en-US" sz="2000">
                  <a:solidFill>
                    <a:srgbClr val="3333CC"/>
                  </a:solidFill>
                  <a:sym typeface="Symbol" pitchFamily="18" charset="2"/>
                </a:endParaRPr>
              </a:p>
            </p:txBody>
          </p:sp>
        </p:grpSp>
      </p:grpSp>
      <p:grpSp>
        <p:nvGrpSpPr>
          <p:cNvPr id="82" name="Group 237"/>
          <p:cNvGrpSpPr/>
          <p:nvPr/>
        </p:nvGrpSpPr>
        <p:grpSpPr bwMode="auto">
          <a:xfrm>
            <a:off x="7543800" y="5440363"/>
            <a:ext cx="609600" cy="1036637"/>
            <a:chOff x="2928" y="3552"/>
            <a:chExt cx="384" cy="653"/>
          </a:xfrm>
        </p:grpSpPr>
        <p:grpSp>
          <p:nvGrpSpPr>
            <p:cNvPr id="83" name="Group 238"/>
            <p:cNvGrpSpPr/>
            <p:nvPr/>
          </p:nvGrpSpPr>
          <p:grpSpPr bwMode="auto">
            <a:xfrm>
              <a:off x="2928" y="3552"/>
              <a:ext cx="384" cy="576"/>
              <a:chOff x="3168" y="3600"/>
              <a:chExt cx="384" cy="576"/>
            </a:xfrm>
          </p:grpSpPr>
          <p:sp>
            <p:nvSpPr>
              <p:cNvPr id="87" name="Line 239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 flipV="1">
                <a:off x="3216" y="3792"/>
                <a:ext cx="192" cy="144"/>
              </a:xfrm>
              <a:prstGeom prst="line">
                <a:avLst/>
              </a:prstGeom>
              <a:noFill/>
              <a:ln w="38100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240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>
                <a:off x="3168" y="3600"/>
                <a:ext cx="384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241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 flipV="1">
                <a:off x="3168" y="3648"/>
                <a:ext cx="192" cy="144"/>
              </a:xfrm>
              <a:prstGeom prst="line">
                <a:avLst/>
              </a:prstGeom>
              <a:noFill/>
              <a:ln w="38100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Rectangle 242"/>
              <p:cNvSpPr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3264" y="3840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solidFill>
                      <a:srgbClr val="3333CC"/>
                    </a:solidFill>
                    <a:sym typeface="Symbol" pitchFamily="18" charset="2"/>
                  </a:rPr>
                  <a:t>●</a:t>
                </a:r>
                <a:endParaRPr lang="zh-CN" altLang="en-US" sz="2000">
                  <a:solidFill>
                    <a:srgbClr val="3333CC"/>
                  </a:solidFill>
                  <a:sym typeface="Symbol" pitchFamily="18" charset="2"/>
                </a:endParaRPr>
              </a:p>
            </p:txBody>
          </p:sp>
        </p:grpSp>
        <p:grpSp>
          <p:nvGrpSpPr>
            <p:cNvPr id="84" name="Group 243"/>
            <p:cNvGrpSpPr/>
            <p:nvPr/>
          </p:nvGrpSpPr>
          <p:grpSpPr bwMode="auto">
            <a:xfrm>
              <a:off x="2928" y="3744"/>
              <a:ext cx="336" cy="461"/>
              <a:chOff x="4704" y="2323"/>
              <a:chExt cx="336" cy="461"/>
            </a:xfrm>
          </p:grpSpPr>
          <p:sp>
            <p:nvSpPr>
              <p:cNvPr id="85" name="Text Box 244"/>
              <p:cNvSpPr txBox="1"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4704" y="2419"/>
                <a:ext cx="33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FFFF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i="1">
                    <a:solidFill>
                      <a:srgbClr val="000000"/>
                    </a:solidFill>
                    <a:ea typeface="宋体" charset="-122"/>
                  </a:rPr>
                  <a:t>r</a:t>
                </a:r>
                <a:r>
                  <a:rPr lang="en-US" altLang="zh-CN" baseline="-25000">
                    <a:solidFill>
                      <a:srgbClr val="000000"/>
                    </a:solidFill>
                    <a:ea typeface="宋体" charset="-122"/>
                  </a:rPr>
                  <a:t>0</a:t>
                </a:r>
                <a:endParaRPr lang="en-US" altLang="zh-CN" baseline="-250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86" name="Arc 245"/>
              <p:cNvSpPr/>
              <p:nvPr/>
            </p:nvSpPr>
            <p:spPr bwMode="auto">
              <a:xfrm rot="-14366567">
                <a:off x="4723" y="2304"/>
                <a:ext cx="105" cy="14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0859"/>
                  <a:gd name="T1" fmla="*/ 0 h 21600"/>
                  <a:gd name="T2" fmla="*/ 20859 w 20859"/>
                  <a:gd name="T3" fmla="*/ 15990 h 21600"/>
                  <a:gd name="T4" fmla="*/ 0 w 2085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859" h="21600" fill="none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</a:path>
                  <a:path w="20859" h="21600" stroke="0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10800000" vert="eaVert"/>
              <a:lstStyle/>
              <a:p>
                <a:endParaRPr lang="zh-CN" altLang="en-US">
                  <a:solidFill>
                    <a:srgbClr val="FF00FF"/>
                  </a:solidFill>
                </a:endParaRPr>
              </a:p>
            </p:txBody>
          </p:sp>
        </p:grpSp>
      </p:grpSp>
      <p:grpSp>
        <p:nvGrpSpPr>
          <p:cNvPr id="91" name="Group 249"/>
          <p:cNvGrpSpPr/>
          <p:nvPr/>
        </p:nvGrpSpPr>
        <p:grpSpPr bwMode="auto">
          <a:xfrm>
            <a:off x="7696200" y="5287963"/>
            <a:ext cx="228600" cy="381000"/>
            <a:chOff x="1248" y="3360"/>
            <a:chExt cx="144" cy="240"/>
          </a:xfrm>
        </p:grpSpPr>
        <p:sp>
          <p:nvSpPr>
            <p:cNvPr id="92" name="Line 250"/>
            <p:cNvSpPr>
              <a14:cpLocks xmlns:a14="http://schemas.microsoft.com/office/drawing/2010/main" noChangeShapeType="1"/>
            </p:cNvSpPr>
            <p:nvPr/>
          </p:nvSpPr>
          <p:spPr bwMode="auto">
            <a:xfrm>
              <a:off x="1296" y="3360"/>
              <a:ext cx="96" cy="144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Line 251"/>
            <p:cNvSpPr>
              <a14:cpLocks xmlns:a14="http://schemas.microsoft.com/office/drawing/2010/main" noChangeShapeType="1"/>
            </p:cNvSpPr>
            <p:nvPr/>
          </p:nvSpPr>
          <p:spPr bwMode="auto">
            <a:xfrm flipH="1">
              <a:off x="1248" y="3504"/>
              <a:ext cx="144" cy="96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247775"/>
            <a:ext cx="7658100" cy="4362450"/>
          </a:xfrm>
          <a:prstGeom prst="rect">
            <a:avLst/>
          </a:prstGeom>
        </p:spPr>
      </p:pic>
      <p:grpSp>
        <p:nvGrpSpPr>
          <p:cNvPr id="2" name="Group 158"/>
          <p:cNvGrpSpPr/>
          <p:nvPr/>
        </p:nvGrpSpPr>
        <p:grpSpPr bwMode="auto">
          <a:xfrm>
            <a:off x="6172200" y="4297363"/>
            <a:ext cx="2743200" cy="2057400"/>
            <a:chOff x="2064" y="2832"/>
            <a:chExt cx="1728" cy="1296"/>
          </a:xfrm>
        </p:grpSpPr>
        <p:grpSp>
          <p:nvGrpSpPr>
            <p:cNvPr id="4" name="Group 159"/>
            <p:cNvGrpSpPr/>
            <p:nvPr/>
          </p:nvGrpSpPr>
          <p:grpSpPr bwMode="auto">
            <a:xfrm>
              <a:off x="2592" y="2928"/>
              <a:ext cx="384" cy="480"/>
              <a:chOff x="2688" y="2928"/>
              <a:chExt cx="384" cy="480"/>
            </a:xfrm>
          </p:grpSpPr>
          <p:sp>
            <p:nvSpPr>
              <p:cNvPr id="19" name="Text Box 160"/>
              <p:cNvSpPr txBox="1"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2688" y="2928"/>
                <a:ext cx="38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FFFF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i="1">
                    <a:solidFill>
                      <a:srgbClr val="000000"/>
                    </a:solidFill>
                    <a:ea typeface="宋体" charset="-122"/>
                  </a:rPr>
                  <a:t>i</a:t>
                </a:r>
                <a:r>
                  <a:rPr lang="en-US" altLang="zh-CN" baseline="-25000">
                    <a:solidFill>
                      <a:srgbClr val="000000"/>
                    </a:solidFill>
                    <a:ea typeface="宋体" charset="-122"/>
                  </a:rPr>
                  <a:t>0</a:t>
                </a:r>
                <a:endParaRPr lang="en-US" altLang="zh-CN" baseline="-250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20" name="Arc 161"/>
              <p:cNvSpPr/>
              <p:nvPr/>
            </p:nvSpPr>
            <p:spPr bwMode="auto">
              <a:xfrm rot="-3490759">
                <a:off x="2899" y="3284"/>
                <a:ext cx="105" cy="14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0859"/>
                  <a:gd name="T1" fmla="*/ 0 h 21600"/>
                  <a:gd name="T2" fmla="*/ 20859 w 20859"/>
                  <a:gd name="T3" fmla="*/ 15990 h 21600"/>
                  <a:gd name="T4" fmla="*/ 0 w 2085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859" h="21600" fill="none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</a:path>
                  <a:path w="20859" h="21600" stroke="0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0">
                <a:solidFill>
                  <a:srgbClr val="FF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eaVert"/>
              <a:lstStyle/>
              <a:p>
                <a:endParaRPr lang="zh-CN" altLang="en-US">
                  <a:solidFill>
                    <a:srgbClr val="FF00FF"/>
                  </a:solidFill>
                </a:endParaRPr>
              </a:p>
            </p:txBody>
          </p:sp>
        </p:grpSp>
        <p:grpSp>
          <p:nvGrpSpPr>
            <p:cNvPr id="5" name="Group 162"/>
            <p:cNvGrpSpPr/>
            <p:nvPr/>
          </p:nvGrpSpPr>
          <p:grpSpPr bwMode="auto">
            <a:xfrm>
              <a:off x="2064" y="2832"/>
              <a:ext cx="1728" cy="1296"/>
              <a:chOff x="2160" y="2832"/>
              <a:chExt cx="1728" cy="1296"/>
            </a:xfrm>
          </p:grpSpPr>
          <p:sp>
            <p:nvSpPr>
              <p:cNvPr id="6" name="Line 163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 flipV="1">
                <a:off x="2160" y="3552"/>
                <a:ext cx="1728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Line 164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 flipH="1">
                <a:off x="3024" y="2832"/>
                <a:ext cx="0" cy="12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Rectangle 165"/>
              <p:cNvSpPr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2179" y="3168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rgbClr val="000000"/>
                    </a:solidFill>
                  </a:rPr>
                  <a:t>n</a:t>
                </a:r>
                <a:r>
                  <a:rPr lang="en-US" altLang="zh-CN" baseline="-25000">
                    <a:solidFill>
                      <a:srgbClr val="000000"/>
                    </a:solidFill>
                  </a:rPr>
                  <a:t>1</a:t>
                </a:r>
                <a:endParaRPr lang="zh-CN" altLang="en-US" baseline="-25000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166"/>
              <p:cNvSpPr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2179" y="3561"/>
                <a:ext cx="31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i="1">
                    <a:solidFill>
                      <a:srgbClr val="000000"/>
                    </a:solidFill>
                  </a:rPr>
                  <a:t>n</a:t>
                </a:r>
                <a:r>
                  <a:rPr lang="en-US" altLang="zh-CN" baseline="-25000">
                    <a:solidFill>
                      <a:srgbClr val="000000"/>
                    </a:solidFill>
                  </a:rPr>
                  <a:t>2</a:t>
                </a:r>
                <a:endParaRPr lang="zh-CN" altLang="en-US" baseline="-2500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0" name="Group 167"/>
              <p:cNvGrpSpPr/>
              <p:nvPr/>
            </p:nvGrpSpPr>
            <p:grpSpPr bwMode="auto">
              <a:xfrm>
                <a:off x="2256" y="2928"/>
                <a:ext cx="768" cy="624"/>
                <a:chOff x="2256" y="2928"/>
                <a:chExt cx="768" cy="624"/>
              </a:xfrm>
            </p:grpSpPr>
            <p:grpSp>
              <p:nvGrpSpPr>
                <p:cNvPr id="11" name="Group 168"/>
                <p:cNvGrpSpPr/>
                <p:nvPr/>
              </p:nvGrpSpPr>
              <p:grpSpPr bwMode="auto">
                <a:xfrm>
                  <a:off x="2256" y="2928"/>
                  <a:ext cx="768" cy="624"/>
                  <a:chOff x="2256" y="2928"/>
                  <a:chExt cx="768" cy="624"/>
                </a:xfrm>
              </p:grpSpPr>
              <p:sp>
                <p:nvSpPr>
                  <p:cNvPr id="15" name="Line 169"/>
                  <p:cNvSpPr>
                    <a14:cpLocks xmlns:a14="http://schemas.microsoft.com/office/drawing/2010/main" noChangeShapeType="1"/>
                  </p:cNvSpPr>
                  <p:nvPr/>
                </p:nvSpPr>
                <p:spPr bwMode="auto">
                  <a:xfrm>
                    <a:off x="2256" y="2928"/>
                    <a:ext cx="768" cy="623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" name="Rectangle 170"/>
                  <p:cNvSpPr>
                    <a14:cpLocks xmlns:a14="http://schemas.microsoft.com/office/drawing/2010/main" noChangeArrowheads="1"/>
                  </p:cNvSpPr>
                  <p:nvPr/>
                </p:nvSpPr>
                <p:spPr bwMode="auto">
                  <a:xfrm>
                    <a:off x="2400" y="2976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000">
                        <a:solidFill>
                          <a:srgbClr val="3333CC"/>
                        </a:solidFill>
                        <a:sym typeface="Symbol" pitchFamily="18" charset="2"/>
                      </a:rPr>
                      <a:t>●</a:t>
                    </a:r>
                    <a:endParaRPr lang="en-US" altLang="zh-CN" sz="2000">
                      <a:solidFill>
                        <a:srgbClr val="3333CC"/>
                      </a:solidFill>
                    </a:endParaRPr>
                  </a:p>
                </p:txBody>
              </p:sp>
              <p:sp>
                <p:nvSpPr>
                  <p:cNvPr id="17" name="Rectangle 171"/>
                  <p:cNvSpPr>
                    <a14:cpLocks xmlns:a14="http://schemas.microsoft.com/office/drawing/2010/main" noChangeArrowheads="1"/>
                  </p:cNvSpPr>
                  <p:nvPr/>
                </p:nvSpPr>
                <p:spPr bwMode="auto">
                  <a:xfrm>
                    <a:off x="2544" y="3120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000">
                        <a:solidFill>
                          <a:srgbClr val="3333CC"/>
                        </a:solidFill>
                        <a:sym typeface="Symbol" pitchFamily="18" charset="2"/>
                      </a:rPr>
                      <a:t>●</a:t>
                    </a:r>
                    <a:endParaRPr lang="en-US" altLang="zh-CN" sz="2000">
                      <a:solidFill>
                        <a:srgbClr val="3333CC"/>
                      </a:solidFill>
                    </a:endParaRPr>
                  </a:p>
                </p:txBody>
              </p:sp>
              <p:sp>
                <p:nvSpPr>
                  <p:cNvPr id="18" name="Rectangle 172"/>
                  <p:cNvSpPr>
                    <a14:cpLocks xmlns:a14="http://schemas.microsoft.com/office/drawing/2010/main" noChangeArrowheads="1"/>
                  </p:cNvSpPr>
                  <p:nvPr/>
                </p:nvSpPr>
                <p:spPr bwMode="auto">
                  <a:xfrm>
                    <a:off x="2736" y="3264"/>
                    <a:ext cx="288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1750">
                        <a:solidFill>
                          <a:srgbClr val="008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12700" tIns="12700" rIns="12700" bIns="12700"/>
                  <a:lstStyle/>
                  <a:p>
                    <a:pPr algn="just"/>
                    <a:r>
                      <a:rPr lang="en-US" altLang="zh-CN" sz="2000">
                        <a:solidFill>
                          <a:srgbClr val="3333CC"/>
                        </a:solidFill>
                        <a:sym typeface="Symbol" pitchFamily="18" charset="2"/>
                      </a:rPr>
                      <a:t>●</a:t>
                    </a:r>
                    <a:endParaRPr lang="en-US" altLang="zh-CN" sz="2000">
                      <a:solidFill>
                        <a:srgbClr val="3333CC"/>
                      </a:solidFill>
                    </a:endParaRPr>
                  </a:p>
                </p:txBody>
              </p:sp>
            </p:grpSp>
            <p:sp>
              <p:nvSpPr>
                <p:cNvPr id="12" name="Line 173"/>
                <p:cNvSpPr>
                  <a14:cpLocks xmlns:a14="http://schemas.microsoft.com/office/drawing/2010/main" noChangeShapeType="1"/>
                </p:cNvSpPr>
                <p:nvPr/>
              </p:nvSpPr>
              <p:spPr bwMode="auto">
                <a:xfrm flipH="1">
                  <a:off x="2496" y="3072"/>
                  <a:ext cx="144" cy="192"/>
                </a:xfrm>
                <a:prstGeom prst="line">
                  <a:avLst/>
                </a:prstGeom>
                <a:noFill/>
                <a:ln w="38100">
                  <a:solidFill>
                    <a:srgbClr val="3333CC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" name="Line 174"/>
                <p:cNvSpPr>
                  <a14:cpLocks xmlns:a14="http://schemas.microsoft.com/office/drawing/2010/main" noChangeShapeType="1"/>
                </p:cNvSpPr>
                <p:nvPr/>
              </p:nvSpPr>
              <p:spPr bwMode="auto">
                <a:xfrm flipH="1">
                  <a:off x="2688" y="3216"/>
                  <a:ext cx="144" cy="192"/>
                </a:xfrm>
                <a:prstGeom prst="line">
                  <a:avLst/>
                </a:prstGeom>
                <a:noFill/>
                <a:ln w="38100">
                  <a:solidFill>
                    <a:srgbClr val="3333CC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" name="Line 175"/>
                <p:cNvSpPr>
                  <a14:cpLocks xmlns:a14="http://schemas.microsoft.com/office/drawing/2010/main" noChangeShapeType="1"/>
                </p:cNvSpPr>
                <p:nvPr/>
              </p:nvSpPr>
              <p:spPr bwMode="auto">
                <a:xfrm flipH="1">
                  <a:off x="2304" y="2928"/>
                  <a:ext cx="144" cy="192"/>
                </a:xfrm>
                <a:prstGeom prst="line">
                  <a:avLst/>
                </a:prstGeom>
                <a:noFill/>
                <a:ln w="38100">
                  <a:solidFill>
                    <a:srgbClr val="3333CC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1" name="Group 255"/>
          <p:cNvGrpSpPr/>
          <p:nvPr/>
        </p:nvGrpSpPr>
        <p:grpSpPr bwMode="auto">
          <a:xfrm>
            <a:off x="7467600" y="4525963"/>
            <a:ext cx="1143000" cy="914400"/>
            <a:chOff x="4560" y="2851"/>
            <a:chExt cx="720" cy="576"/>
          </a:xfrm>
        </p:grpSpPr>
        <p:grpSp>
          <p:nvGrpSpPr>
            <p:cNvPr id="22" name="Group 254"/>
            <p:cNvGrpSpPr/>
            <p:nvPr/>
          </p:nvGrpSpPr>
          <p:grpSpPr bwMode="auto">
            <a:xfrm>
              <a:off x="4560" y="2851"/>
              <a:ext cx="384" cy="460"/>
              <a:chOff x="4560" y="2851"/>
              <a:chExt cx="384" cy="460"/>
            </a:xfrm>
          </p:grpSpPr>
          <p:sp>
            <p:nvSpPr>
              <p:cNvPr id="27" name="Text Box 230"/>
              <p:cNvSpPr txBox="1"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4560" y="2851"/>
                <a:ext cx="384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FFFF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i="1">
                    <a:solidFill>
                      <a:srgbClr val="000000"/>
                    </a:solidFill>
                    <a:ea typeface="宋体" charset="-122"/>
                  </a:rPr>
                  <a:t>i</a:t>
                </a:r>
                <a:r>
                  <a:rPr lang="en-US" altLang="zh-CN" sz="3200" baseline="-25000">
                    <a:solidFill>
                      <a:srgbClr val="000000"/>
                    </a:solidFill>
                    <a:ea typeface="宋体" charset="-122"/>
                  </a:rPr>
                  <a:t>0</a:t>
                </a:r>
                <a:endParaRPr lang="en-US" altLang="zh-CN" sz="3200" baseline="-250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28" name="Arc 231"/>
              <p:cNvSpPr/>
              <p:nvPr/>
            </p:nvSpPr>
            <p:spPr bwMode="auto">
              <a:xfrm rot="-3067019">
                <a:off x="4675" y="3187"/>
                <a:ext cx="105" cy="14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0859"/>
                  <a:gd name="T1" fmla="*/ 0 h 21600"/>
                  <a:gd name="T2" fmla="*/ 20859 w 20859"/>
                  <a:gd name="T3" fmla="*/ 15990 h 21600"/>
                  <a:gd name="T4" fmla="*/ 0 w 2085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859" h="21600" fill="none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</a:path>
                  <a:path w="20859" h="21600" stroke="0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0">
                <a:solidFill>
                  <a:srgbClr val="FF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vert="eaVert"/>
              <a:lstStyle/>
              <a:p>
                <a:endParaRPr lang="zh-CN" altLang="en-US">
                  <a:solidFill>
                    <a:srgbClr val="FF00FF"/>
                  </a:solidFill>
                </a:endParaRPr>
              </a:p>
            </p:txBody>
          </p:sp>
        </p:grpSp>
        <p:grpSp>
          <p:nvGrpSpPr>
            <p:cNvPr id="23" name="Group 253"/>
            <p:cNvGrpSpPr/>
            <p:nvPr/>
          </p:nvGrpSpPr>
          <p:grpSpPr bwMode="auto">
            <a:xfrm>
              <a:off x="4608" y="2899"/>
              <a:ext cx="672" cy="528"/>
              <a:chOff x="4608" y="2899"/>
              <a:chExt cx="672" cy="528"/>
            </a:xfrm>
          </p:grpSpPr>
          <p:sp>
            <p:nvSpPr>
              <p:cNvPr id="24" name="Line 233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 flipV="1">
                <a:off x="4608" y="2899"/>
                <a:ext cx="672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Rectangle 234"/>
              <p:cNvSpPr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4715" y="3120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solidFill>
                      <a:srgbClr val="3333CC"/>
                    </a:solidFill>
                    <a:sym typeface="Symbol" pitchFamily="18" charset="2"/>
                  </a:rPr>
                  <a:t>●</a:t>
                </a:r>
                <a:endParaRPr lang="zh-CN" altLang="en-US" sz="2000">
                  <a:solidFill>
                    <a:srgbClr val="3333CC"/>
                  </a:solidFill>
                  <a:sym typeface="Symbol" pitchFamily="18" charset="2"/>
                </a:endParaRPr>
              </a:p>
            </p:txBody>
          </p:sp>
          <p:sp>
            <p:nvSpPr>
              <p:cNvPr id="26" name="Rectangle 235"/>
              <p:cNvSpPr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4859" y="2976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solidFill>
                      <a:srgbClr val="3333CC"/>
                    </a:solidFill>
                    <a:sym typeface="Symbol" pitchFamily="18" charset="2"/>
                  </a:rPr>
                  <a:t>●</a:t>
                </a:r>
                <a:endParaRPr lang="zh-CN" altLang="en-US" sz="2000">
                  <a:solidFill>
                    <a:srgbClr val="3333CC"/>
                  </a:solidFill>
                  <a:sym typeface="Symbol" pitchFamily="18" charset="2"/>
                </a:endParaRPr>
              </a:p>
            </p:txBody>
          </p:sp>
        </p:grpSp>
      </p:grpSp>
      <p:grpSp>
        <p:nvGrpSpPr>
          <p:cNvPr id="29" name="Group 237"/>
          <p:cNvGrpSpPr/>
          <p:nvPr/>
        </p:nvGrpSpPr>
        <p:grpSpPr bwMode="auto">
          <a:xfrm>
            <a:off x="7543800" y="5440363"/>
            <a:ext cx="609600" cy="1036637"/>
            <a:chOff x="2928" y="3552"/>
            <a:chExt cx="384" cy="653"/>
          </a:xfrm>
        </p:grpSpPr>
        <p:grpSp>
          <p:nvGrpSpPr>
            <p:cNvPr id="30" name="Group 238"/>
            <p:cNvGrpSpPr/>
            <p:nvPr/>
          </p:nvGrpSpPr>
          <p:grpSpPr bwMode="auto">
            <a:xfrm>
              <a:off x="2928" y="3552"/>
              <a:ext cx="384" cy="576"/>
              <a:chOff x="3168" y="3600"/>
              <a:chExt cx="384" cy="576"/>
            </a:xfrm>
          </p:grpSpPr>
          <p:sp>
            <p:nvSpPr>
              <p:cNvPr id="34" name="Line 239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 flipV="1">
                <a:off x="3216" y="3792"/>
                <a:ext cx="192" cy="144"/>
              </a:xfrm>
              <a:prstGeom prst="line">
                <a:avLst/>
              </a:prstGeom>
              <a:noFill/>
              <a:ln w="38100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Line 240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>
                <a:off x="3168" y="3600"/>
                <a:ext cx="384" cy="5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Line 241"/>
              <p:cNvSpPr>
                <a14:cpLocks xmlns:a14="http://schemas.microsoft.com/office/drawing/2010/main" noChangeShapeType="1"/>
              </p:cNvSpPr>
              <p:nvPr/>
            </p:nvSpPr>
            <p:spPr bwMode="auto">
              <a:xfrm flipV="1">
                <a:off x="3168" y="3648"/>
                <a:ext cx="192" cy="144"/>
              </a:xfrm>
              <a:prstGeom prst="line">
                <a:avLst/>
              </a:prstGeom>
              <a:noFill/>
              <a:ln w="38100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Rectangle 242"/>
              <p:cNvSpPr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3264" y="3840"/>
                <a:ext cx="277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000">
                    <a:solidFill>
                      <a:srgbClr val="3333CC"/>
                    </a:solidFill>
                    <a:sym typeface="Symbol" pitchFamily="18" charset="2"/>
                  </a:rPr>
                  <a:t>●</a:t>
                </a:r>
                <a:endParaRPr lang="zh-CN" altLang="en-US" sz="2000">
                  <a:solidFill>
                    <a:srgbClr val="3333CC"/>
                  </a:solidFill>
                  <a:sym typeface="Symbol" pitchFamily="18" charset="2"/>
                </a:endParaRPr>
              </a:p>
            </p:txBody>
          </p:sp>
        </p:grpSp>
        <p:grpSp>
          <p:nvGrpSpPr>
            <p:cNvPr id="31" name="Group 243"/>
            <p:cNvGrpSpPr/>
            <p:nvPr/>
          </p:nvGrpSpPr>
          <p:grpSpPr bwMode="auto">
            <a:xfrm>
              <a:off x="2928" y="3744"/>
              <a:ext cx="336" cy="461"/>
              <a:chOff x="4704" y="2323"/>
              <a:chExt cx="336" cy="461"/>
            </a:xfrm>
          </p:grpSpPr>
          <p:sp>
            <p:nvSpPr>
              <p:cNvPr id="32" name="Text Box 244"/>
              <p:cNvSpPr txBox="1">
                <a14:cpLocks xmlns:a14="http://schemas.microsoft.com/office/drawing/2010/main" noChangeArrowheads="1"/>
              </p:cNvSpPr>
              <p:nvPr/>
            </p:nvSpPr>
            <p:spPr bwMode="auto">
              <a:xfrm>
                <a:off x="4704" y="2419"/>
                <a:ext cx="33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FFFF"/>
                    </a:solidFill>
                    <a:prstDash val="sys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3200" i="1">
                    <a:solidFill>
                      <a:srgbClr val="000000"/>
                    </a:solidFill>
                    <a:ea typeface="宋体" charset="-122"/>
                  </a:rPr>
                  <a:t>r</a:t>
                </a:r>
                <a:r>
                  <a:rPr lang="en-US" altLang="zh-CN" baseline="-25000">
                    <a:solidFill>
                      <a:srgbClr val="000000"/>
                    </a:solidFill>
                    <a:ea typeface="宋体" charset="-122"/>
                  </a:rPr>
                  <a:t>0</a:t>
                </a:r>
                <a:endParaRPr lang="en-US" altLang="zh-CN" baseline="-250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33" name="Arc 245"/>
              <p:cNvSpPr/>
              <p:nvPr/>
            </p:nvSpPr>
            <p:spPr bwMode="auto">
              <a:xfrm rot="-14366567">
                <a:off x="4723" y="2304"/>
                <a:ext cx="105" cy="144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0859"/>
                  <a:gd name="T1" fmla="*/ 0 h 21600"/>
                  <a:gd name="T2" fmla="*/ 20859 w 20859"/>
                  <a:gd name="T3" fmla="*/ 15990 h 21600"/>
                  <a:gd name="T4" fmla="*/ 0 w 2085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859" h="21600" fill="none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</a:path>
                  <a:path w="20859" h="21600" stroke="0" extrusionOk="0">
                    <a:moveTo>
                      <a:pt x="-1" y="0"/>
                    </a:moveTo>
                    <a:cubicBezTo>
                      <a:pt x="9768" y="0"/>
                      <a:pt x="18321" y="6556"/>
                      <a:pt x="20858" y="1599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10800000" vert="eaVert"/>
              <a:lstStyle/>
              <a:p>
                <a:endParaRPr lang="zh-CN" altLang="en-US">
                  <a:solidFill>
                    <a:srgbClr val="FF00FF"/>
                  </a:solidFill>
                </a:endParaRPr>
              </a:p>
            </p:txBody>
          </p:sp>
        </p:grpSp>
      </p:grpSp>
      <p:grpSp>
        <p:nvGrpSpPr>
          <p:cNvPr id="38" name="Group 249"/>
          <p:cNvGrpSpPr/>
          <p:nvPr/>
        </p:nvGrpSpPr>
        <p:grpSpPr bwMode="auto">
          <a:xfrm>
            <a:off x="7696200" y="5287963"/>
            <a:ext cx="228600" cy="381000"/>
            <a:chOff x="1248" y="3360"/>
            <a:chExt cx="144" cy="240"/>
          </a:xfrm>
        </p:grpSpPr>
        <p:sp>
          <p:nvSpPr>
            <p:cNvPr id="39" name="Line 250"/>
            <p:cNvSpPr>
              <a14:cpLocks xmlns:a14="http://schemas.microsoft.com/office/drawing/2010/main" noChangeShapeType="1"/>
            </p:cNvSpPr>
            <p:nvPr/>
          </p:nvSpPr>
          <p:spPr bwMode="auto">
            <a:xfrm>
              <a:off x="1296" y="3360"/>
              <a:ext cx="96" cy="144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251"/>
            <p:cNvSpPr>
              <a14:cpLocks xmlns:a14="http://schemas.microsoft.com/office/drawing/2010/main" noChangeShapeType="1"/>
            </p:cNvSpPr>
            <p:nvPr/>
          </p:nvSpPr>
          <p:spPr bwMode="auto">
            <a:xfrm flipH="1">
              <a:off x="1248" y="3504"/>
              <a:ext cx="144" cy="96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796" y="951066"/>
            <a:ext cx="6448425" cy="38195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292" y="2089627"/>
            <a:ext cx="5448300" cy="42767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368" y="636371"/>
            <a:ext cx="7667625" cy="49815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594" y="2392532"/>
            <a:ext cx="2133600" cy="4114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793" y="2269354"/>
            <a:ext cx="197167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25" y="609600"/>
            <a:ext cx="7905750" cy="5638800"/>
          </a:xfrm>
          <a:prstGeom prst="rect">
            <a:avLst/>
          </a:prstGeom>
        </p:spPr>
      </p:pic>
      <p:graphicFrame>
        <p:nvGraphicFramePr>
          <p:cNvPr id="2" name="Object 96"/>
          <p:cNvGraphicFramePr>
            <a:graphicFrameLocks noChangeAspect="1"/>
          </p:cNvGraphicFramePr>
          <p:nvPr/>
        </p:nvGraphicFramePr>
        <p:xfrm>
          <a:off x="4498975" y="1960563"/>
          <a:ext cx="2001838" cy="427037"/>
        </p:xfrm>
        <a:graphic>
          <a:graphicData uri="http://schemas.openxmlformats.org/presentationml/2006/ole"/>
        </a:graphic>
      </p:graphicFrame>
      <p:graphicFrame>
        <p:nvGraphicFramePr>
          <p:cNvPr id="4" name="Object 97"/>
          <p:cNvGraphicFramePr>
            <a:graphicFrameLocks noChangeAspect="1"/>
          </p:cNvGraphicFramePr>
          <p:nvPr/>
        </p:nvGraphicFramePr>
        <p:xfrm>
          <a:off x="4641362" y="2424826"/>
          <a:ext cx="2250977" cy="472828"/>
        </p:xfrm>
        <a:graphic>
          <a:graphicData uri="http://schemas.openxmlformats.org/presentationml/2006/ole"/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>
                <a14:cpLocks xmlns:a14="http://schemas.microsoft.com/office/drawing/2010/main" noRot="1" noChangeAspect="1" noMove="1" noResize="1" noEditPoints="1" noAdjustHandles="1" noChangeArrowheads="1" noChangeShapeType="1"/>
              </p:cNvSpPr>
              <p:nvPr/>
            </p:nvSpPr>
            <p:spPr>
              <a:xfrm>
                <a:off x="3480850" y="4712880"/>
                <a:ext cx="4572000" cy="67351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14:cpLocks xmlns:a14="http://schemas.microsoft.com/office/drawing/2010/main" noRot="1" noChangeAspect="1" noMove="1" noResize="1" noEditPoints="1" noAdjustHandles="1" noChangeArrowheads="1" noChangeShapeType="1"/>
              </p:cNvSpPr>
              <p:nvPr/>
            </p:nvSpPr>
            <p:spPr>
              <a:xfrm>
                <a:off x="3480850" y="4712880"/>
                <a:ext cx="4572000" cy="67351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graphicFrame>
        <p:nvGraphicFramePr>
          <p:cNvPr id="19" name="Object 96"/>
          <p:cNvGraphicFramePr>
            <a:graphicFrameLocks noChangeAspect="1"/>
          </p:cNvGraphicFramePr>
          <p:nvPr/>
        </p:nvGraphicFramePr>
        <p:xfrm>
          <a:off x="4460875" y="3027363"/>
          <a:ext cx="2225675" cy="449262"/>
        </p:xfrm>
        <a:graphic>
          <a:graphicData uri="http://schemas.openxmlformats.org/presentationml/2006/ole"/>
        </a:graphic>
      </p:graphicFrame>
      <p:sp>
        <p:nvSpPr>
          <p:cNvPr id="26" name="文本框 25"/>
          <p:cNvSpPr txBox="1"/>
          <p:nvPr/>
        </p:nvSpPr>
        <p:spPr>
          <a:xfrm>
            <a:off x="4641362" y="4116388"/>
            <a:ext cx="213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负晶体，</a:t>
            </a:r>
            <a:r>
              <a:rPr lang="en-US" altLang="zh-CN" dirty="0"/>
              <a:t>x</a:t>
            </a:r>
            <a:r>
              <a:rPr lang="zh-CN" altLang="en-US" dirty="0"/>
              <a:t>轴位快轴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687780"/>
            <a:ext cx="7505700" cy="5772150"/>
          </a:xfrm>
          <a:prstGeom prst="rect">
            <a:avLst/>
          </a:prstGeom>
        </p:spPr>
      </p:pic>
      <p:graphicFrame>
        <p:nvGraphicFramePr>
          <p:cNvPr id="2" name="Object 96"/>
          <p:cNvGraphicFramePr>
            <a:graphicFrameLocks noChangeAspect="1"/>
          </p:cNvGraphicFramePr>
          <p:nvPr/>
        </p:nvGraphicFramePr>
        <p:xfrm>
          <a:off x="4386263" y="1949450"/>
          <a:ext cx="2227262" cy="449263"/>
        </p:xfrm>
        <a:graphic>
          <a:graphicData uri="http://schemas.openxmlformats.org/presentationml/2006/ole"/>
        </a:graphic>
      </p:graphicFrame>
      <p:graphicFrame>
        <p:nvGraphicFramePr>
          <p:cNvPr id="4" name="Object 97"/>
          <p:cNvGraphicFramePr>
            <a:graphicFrameLocks noChangeAspect="1"/>
          </p:cNvGraphicFramePr>
          <p:nvPr/>
        </p:nvGraphicFramePr>
        <p:xfrm>
          <a:off x="4368800" y="2492375"/>
          <a:ext cx="2460625" cy="498475"/>
        </p:xfrm>
        <a:graphic>
          <a:graphicData uri="http://schemas.openxmlformats.org/presentationml/2006/ole"/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>
                <a14:cpLocks xmlns:a14="http://schemas.microsoft.com/office/drawing/2010/main" noRot="1" noChangeAspect="1" noMove="1" noResize="1" noEditPoints="1" noAdjustHandles="1" noChangeArrowheads="1" noChangeShapeType="1"/>
              </p:cNvSpPr>
              <p:nvPr/>
            </p:nvSpPr>
            <p:spPr>
              <a:xfrm>
                <a:off x="3582139" y="4183520"/>
                <a:ext cx="4572000" cy="67351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14:cpLocks xmlns:a14="http://schemas.microsoft.com/office/drawing/2010/main" noRot="1" noChangeAspect="1" noMove="1" noResize="1" noEditPoints="1" noAdjustHandles="1" noChangeArrowheads="1" noChangeShapeType="1"/>
              </p:cNvSpPr>
              <p:nvPr/>
            </p:nvSpPr>
            <p:spPr>
              <a:xfrm>
                <a:off x="3582139" y="4183520"/>
                <a:ext cx="4572000" cy="67351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graphicFrame>
        <p:nvGraphicFramePr>
          <p:cNvPr id="6" name="Object 96"/>
          <p:cNvGraphicFramePr>
            <a:graphicFrameLocks noChangeAspect="1"/>
          </p:cNvGraphicFramePr>
          <p:nvPr/>
        </p:nvGraphicFramePr>
        <p:xfrm>
          <a:off x="5122863" y="3038475"/>
          <a:ext cx="900112" cy="427038"/>
        </p:xfrm>
        <a:graphic>
          <a:graphicData uri="http://schemas.openxmlformats.org/presentationml/2006/ole"/>
        </a:graphic>
      </p:graphicFrame>
      <p:sp>
        <p:nvSpPr>
          <p:cNvPr id="7" name="文本框 6"/>
          <p:cNvSpPr txBox="1"/>
          <p:nvPr/>
        </p:nvSpPr>
        <p:spPr>
          <a:xfrm>
            <a:off x="4703155" y="3660383"/>
            <a:ext cx="2130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正晶体，</a:t>
            </a:r>
            <a:r>
              <a:rPr lang="en-US" altLang="zh-CN" dirty="0"/>
              <a:t>x</a:t>
            </a:r>
            <a:r>
              <a:rPr lang="zh-CN" altLang="en-US" dirty="0"/>
              <a:t>轴位慢轴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962" y="376237"/>
            <a:ext cx="7458075" cy="61055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078103" y="2565182"/>
            <a:ext cx="572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光不能通过检偏器，则波面应为全波片，引起的相位差</a:t>
            </a:r>
            <a:endParaRPr lang="en-US" altLang="zh-CN" dirty="0"/>
          </a:p>
          <a:p>
            <a:r>
              <a:rPr lang="zh-CN" altLang="en-US" dirty="0"/>
              <a:t>是</a:t>
            </a:r>
            <a:r>
              <a:rPr lang="en-US" altLang="zh-CN" dirty="0"/>
              <a:t>2π</a:t>
            </a:r>
            <a:r>
              <a:rPr lang="zh-CN" altLang="en-US" dirty="0"/>
              <a:t>的整数倍，最小厚度满足</a:t>
            </a:r>
            <a:endParaRPr lang="zh-CN" altLang="en-US" dirty="0"/>
          </a:p>
        </p:txBody>
      </p:sp>
      <p:graphicFrame>
        <p:nvGraphicFramePr>
          <p:cNvPr id="4" name="Object 98"/>
          <p:cNvGraphicFramePr>
            <a:graphicFrameLocks noChangeAspect="1"/>
          </p:cNvGraphicFramePr>
          <p:nvPr/>
        </p:nvGraphicFramePr>
        <p:xfrm>
          <a:off x="3792538" y="3506788"/>
          <a:ext cx="2989262" cy="723900"/>
        </p:xfrm>
        <a:graphic>
          <a:graphicData uri="http://schemas.openxmlformats.org/presentationml/2006/ole"/>
        </a:graphic>
      </p:graphicFrame>
      <p:graphicFrame>
        <p:nvGraphicFramePr>
          <p:cNvPr id="5" name="Object 98"/>
          <p:cNvGraphicFramePr>
            <a:graphicFrameLocks noChangeAspect="1"/>
          </p:cNvGraphicFramePr>
          <p:nvPr/>
        </p:nvGraphicFramePr>
        <p:xfrm>
          <a:off x="4632325" y="4525963"/>
          <a:ext cx="1308100" cy="723900"/>
        </p:xfrm>
        <a:graphic>
          <a:graphicData uri="http://schemas.openxmlformats.org/presentationml/2006/ole"/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525" y="742950"/>
            <a:ext cx="7600950" cy="53721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078103" y="2565182"/>
            <a:ext cx="572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光不能通过检偏器，则波面应为半波片，引起的相位差</a:t>
            </a:r>
            <a:endParaRPr lang="en-US" altLang="zh-CN" dirty="0"/>
          </a:p>
          <a:p>
            <a:r>
              <a:rPr lang="zh-CN" altLang="en-US" dirty="0"/>
              <a:t>是</a:t>
            </a:r>
            <a:r>
              <a:rPr lang="en-US" altLang="zh-CN" dirty="0"/>
              <a:t>π</a:t>
            </a:r>
            <a:r>
              <a:rPr lang="zh-CN" altLang="en-US" dirty="0"/>
              <a:t>的奇数倍，最小厚度满足</a:t>
            </a:r>
            <a:endParaRPr lang="zh-CN" altLang="en-US" dirty="0"/>
          </a:p>
        </p:txBody>
      </p:sp>
      <p:graphicFrame>
        <p:nvGraphicFramePr>
          <p:cNvPr id="3" name="Object 98"/>
          <p:cNvGraphicFramePr>
            <a:graphicFrameLocks noChangeAspect="1"/>
          </p:cNvGraphicFramePr>
          <p:nvPr/>
        </p:nvGraphicFramePr>
        <p:xfrm>
          <a:off x="3862388" y="3506788"/>
          <a:ext cx="2849562" cy="723900"/>
        </p:xfrm>
        <a:graphic>
          <a:graphicData uri="http://schemas.openxmlformats.org/presentationml/2006/ole"/>
        </a:graphic>
      </p:graphicFrame>
      <p:graphicFrame>
        <p:nvGraphicFramePr>
          <p:cNvPr id="4" name="Object 98"/>
          <p:cNvGraphicFramePr>
            <a:graphicFrameLocks noChangeAspect="1"/>
          </p:cNvGraphicFramePr>
          <p:nvPr/>
        </p:nvGraphicFramePr>
        <p:xfrm>
          <a:off x="4632325" y="4525963"/>
          <a:ext cx="1308100" cy="723900"/>
        </p:xfrm>
        <a:graphic>
          <a:graphicData uri="http://schemas.openxmlformats.org/presentationml/2006/ole"/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312.5007874015746,&quot;width&quot;:4895}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/>
  <PresentationFormat>全屏显示(4:3)</PresentationFormat>
  <Paragraphs>273</Paragraphs>
  <Slides>0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37</vt:i4>
      </vt:variant>
    </vt:vector>
  </HeadingPairs>
  <TitlesOfParts>
    <vt:vector size="55" baseType="lpstr">
      <vt:lpstr>Arial</vt:lpstr>
      <vt:lpstr>宋体</vt:lpstr>
      <vt:lpstr>Wingdings</vt:lpstr>
      <vt:lpstr>Times New Roman</vt:lpstr>
      <vt:lpstr>楷体_GB2312</vt:lpstr>
      <vt:lpstr>Monotype Sorts</vt:lpstr>
      <vt:lpstr>微软雅黑</vt:lpstr>
      <vt:lpstr>Symbol</vt:lpstr>
      <vt:lpstr>华文行楷</vt:lpstr>
      <vt:lpstr>方正姚体</vt:lpstr>
      <vt:lpstr>等线</vt:lpstr>
      <vt:lpstr>方正楷体_GB2312</vt:lpstr>
      <vt:lpstr>Calibri</vt:lpstr>
      <vt:lpstr>Calibri Light</vt:lpstr>
      <vt:lpstr>Office 主题</vt:lpstr>
      <vt:lpstr>Equation.3</vt:lpstr>
      <vt:lpstr>Equation.DSMT4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Jerrod.Z&amp;14</dc:creator>
  <cp:lastModifiedBy>iPad</cp:lastModifiedBy>
  <cp:revision>17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FD1A3125DC2344B1A8047167E12B245B_31</vt:lpwstr>
  </property>
  <property fmtid="{D5CDD505-2E9C-101B-9397-08002B2CF9AE}" pid="3" name="KSOProductBuildVer">
    <vt:lpwstr>2052-12.19.2</vt:lpwstr>
  </property>
</Properties>
</file>