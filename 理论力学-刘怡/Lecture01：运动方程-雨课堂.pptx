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353" r:id="rId22"/>
    <p:sldId id="274" r:id="rId23"/>
    <p:sldId id="35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355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356" r:id="rId42"/>
    <p:sldId id="291" r:id="rId43"/>
    <p:sldId id="292" r:id="rId44"/>
    <p:sldId id="293" r:id="rId45"/>
    <p:sldId id="357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</p:sldIdLst>
  <p:sldSz cx="12192000" cy="6858000"/>
  <p:notesSz cx="6858000" cy="12192000"/>
  <p:custDataLst>
    <p:tags r:id="rId109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6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9" Type="http://schemas.openxmlformats.org/officeDocument/2006/relationships/tags" Target="tags/tag104.xml"/><Relationship Id="rId108" Type="http://schemas.openxmlformats.org/officeDocument/2006/relationships/tableStyles" Target="tableStyles.xml"/><Relationship Id="rId107" Type="http://schemas.openxmlformats.org/officeDocument/2006/relationships/viewProps" Target="viewProps.xml"/><Relationship Id="rId106" Type="http://schemas.openxmlformats.org/officeDocument/2006/relationships/presProps" Target="presProps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CE3DE-1293-6A40-AEA1-4C005DDA502B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5838F-06F9-DD43-93DC-BB6B669812C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24.xml"/><Relationship Id="rId24" Type="http://schemas.openxmlformats.org/officeDocument/2006/relationships/image" Target="../media/image19.png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48.xml"/><Relationship Id="rId24" Type="http://schemas.openxmlformats.org/officeDocument/2006/relationships/image" Target="../media/image19.png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5.xml"/><Relationship Id="rId17" Type="http://schemas.openxmlformats.org/officeDocument/2006/relationships/image" Target="../media/image19.png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74.xml"/><Relationship Id="rId8" Type="http://schemas.openxmlformats.org/officeDocument/2006/relationships/tags" Target="../tags/tag73.xml"/><Relationship Id="rId7" Type="http://schemas.openxmlformats.org/officeDocument/2006/relationships/tags" Target="../tags/tag72.xml"/><Relationship Id="rId6" Type="http://schemas.openxmlformats.org/officeDocument/2006/relationships/tags" Target="../tags/tag71.xml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2.xml"/><Relationship Id="rId17" Type="http://schemas.openxmlformats.org/officeDocument/2006/relationships/image" Target="../media/image19.png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tags" Target="../tags/tag75.xml"/><Relationship Id="rId1" Type="http://schemas.openxmlformats.org/officeDocument/2006/relationships/tags" Target="../tags/tag6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image" Target="../media/image41.png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image" Target="../media/image40.png"/><Relationship Id="rId3" Type="http://schemas.openxmlformats.org/officeDocument/2006/relationships/tags" Target="../tags/tag85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103.xml"/><Relationship Id="rId25" Type="http://schemas.openxmlformats.org/officeDocument/2006/relationships/image" Target="../media/image19.png"/><Relationship Id="rId24" Type="http://schemas.openxmlformats.org/officeDocument/2006/relationships/tags" Target="../tags/tag102.xml"/><Relationship Id="rId23" Type="http://schemas.openxmlformats.org/officeDocument/2006/relationships/tags" Target="../tags/tag101.xml"/><Relationship Id="rId22" Type="http://schemas.openxmlformats.org/officeDocument/2006/relationships/tags" Target="../tags/tag100.xml"/><Relationship Id="rId21" Type="http://schemas.openxmlformats.org/officeDocument/2006/relationships/tags" Target="../tags/tag99.xml"/><Relationship Id="rId20" Type="http://schemas.openxmlformats.org/officeDocument/2006/relationships/tags" Target="../tags/tag98.xml"/><Relationship Id="rId2" Type="http://schemas.openxmlformats.org/officeDocument/2006/relationships/tags" Target="../tags/tag84.xml"/><Relationship Id="rId19" Type="http://schemas.openxmlformats.org/officeDocument/2006/relationships/tags" Target="../tags/tag97.xml"/><Relationship Id="rId18" Type="http://schemas.openxmlformats.org/officeDocument/2006/relationships/tags" Target="../tags/tag96.xml"/><Relationship Id="rId17" Type="http://schemas.openxmlformats.org/officeDocument/2006/relationships/tags" Target="../tags/tag95.xml"/><Relationship Id="rId16" Type="http://schemas.openxmlformats.org/officeDocument/2006/relationships/tags" Target="../tags/tag94.xml"/><Relationship Id="rId15" Type="http://schemas.openxmlformats.org/officeDocument/2006/relationships/tags" Target="../tags/tag93.xml"/><Relationship Id="rId14" Type="http://schemas.openxmlformats.org/officeDocument/2006/relationships/tags" Target="../tags/tag92.xml"/><Relationship Id="rId13" Type="http://schemas.openxmlformats.org/officeDocument/2006/relationships/image" Target="../media/image43.png"/><Relationship Id="rId12" Type="http://schemas.openxmlformats.org/officeDocument/2006/relationships/tags" Target="../tags/tag91.xml"/><Relationship Id="rId11" Type="http://schemas.openxmlformats.org/officeDocument/2006/relationships/tags" Target="../tags/tag90.xml"/><Relationship Id="rId10" Type="http://schemas.openxmlformats.org/officeDocument/2006/relationships/image" Target="../media/image42.png"/><Relationship Id="rId1" Type="http://schemas.openxmlformats.org/officeDocument/2006/relationships/tags" Target="../tags/tag8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8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9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2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4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7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8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9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3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4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5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6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7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9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1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3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4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5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6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7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8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9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在理论力学中，系统的位形描述了系统中各质点的位置及其相对关系。关于系统位形的描述，下列说法正确的是：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系统的位形只与质点的速度有关，与位置无关。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系统的位形是由广义坐标来描述的，广义坐标的数量等于系统的自由度数。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系统的位形只能用直角坐标系描述，不能用其他坐标系。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系统的位形描述的是系统在某一时刻的动能状态。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9" name="椭圆 18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10" name="组合 9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6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kumimoji="1"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9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kumimoji="1"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12827000" y="1270000"/>
            <a:ext cx="3331845" cy="378460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 A 错误：系统的位形与质点的位置有关，而非速度。
选项 B 正确：系统的位形通过广义坐标描述，广义坐标数量等于系统的自由度数。
选项 C 错误：系统的位形可以用多种坐标系描述，包括直角坐标、极坐标、球坐标等。
选项 D 错误：系统的位形描述的是系统在空间中的构型，与动能状态无关。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3" name="RemarkBack"/>
            <p:cNvSpPr/>
            <p:nvPr>
              <p:custDataLst>
                <p:tags r:id="rId20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RemarkBlo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RemarkTitleText"/>
            <p:cNvSpPr txBox="1"/>
            <p:nvPr>
              <p:custDataLst>
                <p:tags r:id="rId22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/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在理论力学中，位形空间是描述系统所有可能位形的集合。关于位形空间的描述，下列说法正确的是：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位形空间的维数等于系统中质点的数量。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位形空间的维数等于系统的自由度数。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位形空间描述系统的动量分布情况。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位形空间中的每一点对应系统在某一时刻的速度状态。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kumimoji="1"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kumimoji="1"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3" name="文本框 22"/>
          <p:cNvSpPr txBox="1"/>
          <p:nvPr>
            <p:custDataLst>
              <p:tags r:id="rId17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8"/>
            </p:custDataLst>
          </p:nvPr>
        </p:nvSpPr>
        <p:spPr>
          <a:xfrm>
            <a:off x="12827000" y="1270000"/>
            <a:ext cx="3331845" cy="40925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spcAft>
                <a:spcPts val="0"/>
              </a:spcAft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选项 A 错误：位形空间的维数不是直接等于质点数量，而是取决于系统的自由度数。
选项 B 正确：位形空间的维数确实等于系统的自由度数，因为每个自由度对应一个独立的广义坐标。
选项 C 错误：位形空间描述的是系统的位形，而不是动量分布。
选项 D 错误：位形空间中的每一点对应的是系统的位形状态，而不是速度状态。</a:t>
            </a: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组合 21"/>
          <p:cNvGrpSpPr/>
          <p:nvPr>
            <p:custDataLst>
              <p:tags r:id="rId19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9" name="RemarkBack"/>
            <p:cNvSpPr/>
            <p:nvPr>
              <p:custDataLst>
                <p:tags r:id="rId20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Block"/>
            <p:cNvSpPr/>
            <p:nvPr>
              <p:custDataLst>
                <p:tags r:id="rId21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RemarkTitleText"/>
            <p:cNvSpPr txBox="1"/>
            <p:nvPr>
              <p:custDataLst>
                <p:tags r:id="rId22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23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5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在理论力学中，广义坐标用于描述系统的位形。对于一个具有  </a:t>
            </a:r>
            <a:r>
              <a:rPr kumimoji="1" lang="en-US" altLang="zh-CN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n  </a:t>
            </a:r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个自由度的系统，下列关于广义坐标的说法中正确的是：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广义坐标的数量一定等于系统中质点的数量。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广义坐标可以是任意的物理量，只要它们能够唯一确定系统的位形。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对于一个刚体，广义坐标必须是笛卡尔坐标。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广义坐标只能是位置坐标，不能包含角度或其他物理量。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kumimoji="1"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kumimoji="1"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在理论力学中，最小作用量原理是一个重要的基本原理。以下关于最小作用量原理的说法中正确的是：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作用量是指系统的总能量在时间上的积分。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系统在真实轨迹上的运动，使得从初始点到终点的作用量最小。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2" name="文本框 11"/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最小作用量原理适用于所有守恒力场，但不适用于非守恒力场。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800" dirty="0">
                <a:solidFill>
                  <a:srgbClr val="0E0E0E"/>
                </a:solidFill>
                <a:effectLst/>
                <a:latin typeface=".SF NS"/>
              </a:rPr>
              <a:t>实际的运动路径总是使得作用量的变化量为零。</a:t>
            </a:r>
            <a:endParaRPr lang="zh-CN" altLang="en-US" sz="2800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kumimoji="1"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kumimoji="1"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kumimoji="1" lang="zh-CN" altLang="en-US" sz="26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在经典力学中，作用量 𝑆 是系统沿某路径从初始状态到最终状态的量度，计算作用量的正确表达式是哪一个？</a:t>
            </a:r>
            <a:endParaRPr kumimoji="1" lang="zh-CN" altLang="en-US" sz="26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lvl="0">
                  <a:spcBef>
                    <a:spcPts val="180"/>
                  </a:spcBef>
                  <a:spcAft>
                    <a:spcPts val="18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800" i="1">
                              <a:effectLst/>
                              <a:latin typeface="Cambria Math" panose="02040503050406030204" pitchFamily="18" charset="0"/>
                              <a:ea typeface="等线" panose="02010600030101010101" charset="-122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zh-CN" altLang="zh-CN" sz="1800" dirty="0">
                  <a:effectLst/>
                  <a:latin typeface="Aptos" panose="020B0004020202020204" pitchFamily="34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438400" y="2786063"/>
                <a:ext cx="8534400" cy="642938"/>
              </a:xfrm>
              <a:prstGeom prst="rect">
                <a:avLst/>
              </a:prstGeom>
              <a:blipFill rotWithShape="1">
                <a:blip r:embed="rId4"/>
                <a:stretch>
                  <a:fillRect t="-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lvl="0">
                  <a:spcBef>
                    <a:spcPts val="180"/>
                  </a:spcBef>
                  <a:spcAft>
                    <a:spcPts val="18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zh-CN" altLang="zh-CN" sz="1800" dirty="0">
                  <a:effectLst/>
                  <a:latin typeface="Aptos" panose="020B0004020202020204" pitchFamily="34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2438400" y="3643313"/>
                <a:ext cx="8534400" cy="642938"/>
              </a:xfrm>
              <a:prstGeom prst="rect">
                <a:avLst/>
              </a:prstGeom>
              <a:blipFill rotWithShape="1">
                <a:blip r:embed="rId7"/>
                <a:stretch>
                  <a:fillRect t="-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lvl="0">
                  <a:spcBef>
                    <a:spcPts val="180"/>
                  </a:spcBef>
                  <a:spcAft>
                    <a:spcPts val="18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zh-CN" altLang="zh-CN" sz="1800" dirty="0">
                  <a:effectLst/>
                  <a:latin typeface="Aptos" panose="020B0004020202020204" pitchFamily="34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2438400" y="4500563"/>
                <a:ext cx="8534400" cy="642938"/>
              </a:xfrm>
              <a:prstGeom prst="rect">
                <a:avLst/>
              </a:prstGeom>
              <a:blipFill rotWithShape="1">
                <a:blip r:embed="rId10"/>
                <a:stretch>
                  <a:fillRect t="-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lvl="0">
                  <a:spcBef>
                    <a:spcPts val="180"/>
                  </a:spcBef>
                  <a:spcAft>
                    <a:spcPts val="18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 smtClean="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𝑆</m:t>
                      </m:r>
                      <m:r>
                        <a:rPr lang="en-US" altLang="zh-CN" sz="1800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zh-CN" altLang="zh-CN" sz="18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zh-CN" altLang="zh-CN" sz="18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sz="1800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⋅</m:t>
                              </m:r>
                              <m:r>
                                <a:rPr lang="en-US" altLang="zh-CN" sz="1800" i="1">
                                  <a:effectLst/>
                                  <a:latin typeface="Cambria Math" panose="02040503050406030204" pitchFamily="18" charset="0"/>
                                  <a:ea typeface="等线" panose="02010600030101010101" charset="-122"/>
                                  <a:cs typeface="Times New Roman" panose="02020603050405020304" pitchFamily="18" charset="0"/>
                                </a:rPr>
                                <m:t>𝑞</m:t>
                              </m:r>
                            </m:e>
                          </m:d>
                        </m:e>
                      </m:nary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 </m:t>
                      </m:r>
                      <m:r>
                        <a:rPr lang="en-US" altLang="zh-CN" sz="1800" i="1">
                          <a:effectLst/>
                          <a:latin typeface="Cambria Math" panose="02040503050406030204" pitchFamily="18" charset="0"/>
                          <a:ea typeface="等线" panose="02010600030101010101" charset="-122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zh-CN" altLang="zh-CN" sz="1800" dirty="0">
                  <a:effectLst/>
                  <a:latin typeface="Aptos" panose="020B0004020202020204" pitchFamily="34" charset="0"/>
                  <a:ea typeface="等线" panose="02010600030101010101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文本框 1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2438400" y="5357813"/>
                <a:ext cx="8534400" cy="642938"/>
              </a:xfrm>
              <a:prstGeom prst="rect">
                <a:avLst/>
              </a:prstGeom>
              <a:blipFill rotWithShape="1">
                <a:blip r:embed="rId13"/>
                <a:stretch>
                  <a:fillRect t="-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椭圆 13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A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5" name="椭圆 14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B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C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7" name="椭圆 16"/>
          <p:cNvSpPr>
            <a:spLocks noChangeAspect="1"/>
          </p:cNvSpPr>
          <p:nvPr>
            <p:custDataLst>
              <p:tags r:id="rId17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en-US" altLang="zh-CN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D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8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kumimoji="1"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提交</a:t>
            </a:r>
            <a:endParaRPr kumimoji="1"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sym typeface="微软雅黑" panose="020B0503020204020204" charset="-122"/>
            </a:endParaRPr>
          </a:p>
        </p:txBody>
      </p:sp>
      <p:grpSp>
        <p:nvGrpSpPr>
          <p:cNvPr id="8" name="组合 7"/>
          <p:cNvGrpSpPr/>
          <p:nvPr>
            <p:custDataLst>
              <p:tags r:id="rId1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4" name="TitleBackground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ColorBlock"/>
            <p:cNvSpPr/>
            <p:nvPr>
              <p:custDataLst>
                <p:tags r:id="rId2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TypeText"/>
            <p:cNvSpPr txBox="1"/>
            <p:nvPr>
              <p:custDataLst>
                <p:tags r:id="rId2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单选题</a:t>
              </a:r>
              <a:endParaRPr kumimoji="1"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7" name="TipText"/>
            <p:cNvSpPr txBox="1"/>
            <p:nvPr>
              <p:custDataLst>
                <p:tags r:id="rId23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分</a:t>
              </a:r>
              <a:endParaRPr kumimoji="1"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3" name="图片 2"/>
          <p:cNvPicPr/>
          <p:nvPr>
            <p:custDataLst>
              <p:tags r:id="rId24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26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RemarkBoard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PROBLEMREMARKTITLE" val="ProblemRemarkBoardTip"/>
</p:tagLst>
</file>

<file path=ppt/tags/tag18.xml><?xml version="1.0" encoding="utf-8"?>
<p:tagLst xmlns:p="http://schemas.openxmlformats.org/presentationml/2006/main">
  <p:tag name="RAINPROBLEM" val="ProblemRemark"/>
</p:tagLst>
</file>

<file path=ppt/tags/tag19.xml><?xml version="1.0" encoding="utf-8"?>
<p:tagLst xmlns:p="http://schemas.openxmlformats.org/presentationml/2006/main">
  <p:tag name="PROBLEMREMARKTITLE" val="ProblemRemarkBoardTitle"/>
</p:tagLst>
</file>

<file path=ppt/tags/tag20.xml><?xml version="1.0" encoding="utf-8"?>
<p:tagLst xmlns:p="http://schemas.openxmlformats.org/presentationml/2006/main">
  <p:tag name="PROBLEMREMARKTITLE" val="ProblemRemarkBoardTitle"/>
</p:tagLst>
</file>

<file path=ppt/tags/tag21.xml><?xml version="1.0" encoding="utf-8"?>
<p:tagLst xmlns:p="http://schemas.openxmlformats.org/presentationml/2006/main">
  <p:tag name="PROBLEMREMARKTITLE" val="ProblemRemarkBoardTitle"/>
</p:tagLst>
</file>

<file path=ppt/tags/tag22.xml><?xml version="1.0" encoding="utf-8"?>
<p:tagLst xmlns:p="http://schemas.openxmlformats.org/presentationml/2006/main">
  <p:tag name="PROBLEMREMARKTITLE" val="ProblemRemarkBoardTitle"/>
</p:tagLst>
</file>

<file path=ppt/tags/tag23.xml><?xml version="1.0" encoding="utf-8"?>
<p:tagLst xmlns:p="http://schemas.openxmlformats.org/presentationml/2006/main">
  <p:tag name="RAINPROBLEM" val="ProblemSetting"/>
  <p:tag name="RAINPROBLEMTYPE" val="MultipleChoice"/>
</p:tagLst>
</file>

<file path=ppt/tags/tag24.xml><?xml version="1.0" encoding="utf-8"?>
<p:tagLst xmlns:p="http://schemas.openxmlformats.org/presentationml/2006/main">
  <p:tag name="RAINPROBLEM" val="MultipleChoice"/>
  <p:tag name="PROBLEMSCORE" val="1"/>
  <p:tag name="PROBLEMHASREMARK" val="True"/>
  <p:tag name="PROBLEMREMARK" val="选项 A 错误：系统的位形与质点的位置有关，而非速度。&#10;选项 B 正确：系统的位形通过广义坐标描述，广义坐标数量等于系统的自由度数。&#10;选项 C 错误：系统的位形可以用多种坐标系描述，包括直角坐标、极坐标、球坐标等。&#10;选项 D 错误：系统的位形描述的是系统在空间中的构型，与动能状态无关。"/>
</p:tagLst>
</file>

<file path=ppt/tags/tag25.xml><?xml version="1.0" encoding="utf-8"?>
<p:tagLst xmlns:p="http://schemas.openxmlformats.org/presentationml/2006/main">
  <p:tag name="RAINPROBLEM" val="ProblemRemarkBoard"/>
</p:tagLst>
</file>

<file path=ppt/tags/tag26.xml><?xml version="1.0" encoding="utf-8"?>
<p:tagLst xmlns:p="http://schemas.openxmlformats.org/presentationml/2006/main">
  <p:tag name="RAINPROBLEM" val="ProblemBody"/>
</p:tagLst>
</file>

<file path=ppt/tags/tag27.xml><?xml version="1.0" encoding="utf-8"?>
<p:tagLst xmlns:p="http://schemas.openxmlformats.org/presentationml/2006/main">
  <p:tag name="RAINPROBLEM" val="ProblemItem"/>
</p:tagLst>
</file>

<file path=ppt/tags/tag28.xml><?xml version="1.0" encoding="utf-8"?>
<p:tagLst xmlns:p="http://schemas.openxmlformats.org/presentationml/2006/main">
  <p:tag name="RAINPROBLEM" val="ProblemItem"/>
</p:tagLst>
</file>

<file path=ppt/tags/tag29.xml><?xml version="1.0" encoding="utf-8"?>
<p:tagLst xmlns:p="http://schemas.openxmlformats.org/presentationml/2006/main">
  <p:tag name="RAINPROBLEM" val="ProblemItem"/>
</p:tagLst>
</file>

<file path=ppt/tags/tag30.xml><?xml version="1.0" encoding="utf-8"?>
<p:tagLst xmlns:p="http://schemas.openxmlformats.org/presentationml/2006/main">
  <p:tag name="RAINPROBLEM" val="ProblemItem"/>
</p:tagLst>
</file>

<file path=ppt/tags/tag3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p="http://schemas.openxmlformats.org/presentationml/2006/main">
  <p:tag name="RAINPROBLEM" val="ProblemSubmit"/>
  <p:tag name="RAINPROBLEMTYPE" val="MultipleChoice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TYPE" val="ProblemTypeMarker"/>
</p:tagLst>
</file>

<file path=ppt/tags/tag39.xml><?xml version="1.0" encoding="utf-8"?>
<p:tagLst xmlns:p="http://schemas.openxmlformats.org/presentationml/2006/main">
  <p:tag name="RAINPROBLEMTYPE" val="ProblemTypeMarker"/>
</p:tagLst>
</file>

<file path=ppt/tags/tag40.xml><?xml version="1.0" encoding="utf-8"?>
<p:tagLst xmlns:p="http://schemas.openxmlformats.org/presentationml/2006/main">
  <p:tag name="RAINPROBLEMTYPE" val="ProblemTypeMarker"/>
</p:tagLst>
</file>

<file path=ppt/tags/tag41.xml><?xml version="1.0" encoding="utf-8"?>
<p:tagLst xmlns:p="http://schemas.openxmlformats.org/presentationml/2006/main">
  <p:tag name="PROBLEMREMARKTITLE" val="ProblemRemarkBoardTip"/>
</p:tagLst>
</file>

<file path=ppt/tags/tag42.xml><?xml version="1.0" encoding="utf-8"?>
<p:tagLst xmlns:p="http://schemas.openxmlformats.org/presentationml/2006/main">
  <p:tag name="RAINPROBLEM" val="ProblemRemark"/>
</p:tagLst>
</file>

<file path=ppt/tags/tag43.xml><?xml version="1.0" encoding="utf-8"?>
<p:tagLst xmlns:p="http://schemas.openxmlformats.org/presentationml/2006/main">
  <p:tag name="PROBLEMREMARKTITLE" val="ProblemRemarkBoardTitle"/>
</p:tagLst>
</file>

<file path=ppt/tags/tag44.xml><?xml version="1.0" encoding="utf-8"?>
<p:tagLst xmlns:p="http://schemas.openxmlformats.org/presentationml/2006/main">
  <p:tag name="PROBLEMREMARKTITLE" val="ProblemRemarkBoardTitle"/>
</p:tagLst>
</file>

<file path=ppt/tags/tag45.xml><?xml version="1.0" encoding="utf-8"?>
<p:tagLst xmlns:p="http://schemas.openxmlformats.org/presentationml/2006/main">
  <p:tag name="PROBLEMREMARKTITLE" val="ProblemRemarkBoardTitle"/>
</p:tagLst>
</file>

<file path=ppt/tags/tag46.xml><?xml version="1.0" encoding="utf-8"?>
<p:tagLst xmlns:p="http://schemas.openxmlformats.org/presentationml/2006/main">
  <p:tag name="PROBLEMREMARKTITLE" val="ProblemRemarkBoardTitle"/>
</p:tagLst>
</file>

<file path=ppt/tags/tag47.xml><?xml version="1.0" encoding="utf-8"?>
<p:tagLst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p="http://schemas.openxmlformats.org/presentationml/2006/main">
  <p:tag name="RAINPROBLEM" val="MultipleChoice"/>
  <p:tag name="PROBLEMSCORE" val="1"/>
  <p:tag name="PROBLEMHASREMARK" val="True"/>
  <p:tag name="PROBLEMREMARK" val="选项 A 错误：位形空间的维数不是直接等于质点数量，而是取决于系统的自由度数。&#10;选项 B 正确：位形空间的维数确实等于系统的自由度数，因为每个自由度对应一个独立的广义坐标。&#10;选项 C 错误：位形空间描述的是系统的位形，而不是动量分布。&#10;选项 D 错误：位形空间中的每一点对应的是系统的位形状态，而不是速度状态。"/>
</p:tagLst>
</file>

<file path=ppt/tags/tag49.xml><?xml version="1.0" encoding="utf-8"?>
<p:tagLst xmlns:p="http://schemas.openxmlformats.org/presentationml/2006/main">
  <p:tag name="RAINPROBLEM" val="ProblemBody"/>
</p:tagLst>
</file>

<file path=ppt/tags/tag50.xml><?xml version="1.0" encoding="utf-8"?>
<p:tagLst xmlns:p="http://schemas.openxmlformats.org/presentationml/2006/main">
  <p:tag name="RAINPROBLEM" val="ProblemItem"/>
</p:tagLst>
</file>

<file path=ppt/tags/tag51.xml><?xml version="1.0" encoding="utf-8"?>
<p:tagLst xmlns:p="http://schemas.openxmlformats.org/presentationml/2006/main">
  <p:tag name="RAINPROBLEM" val="ProblemItem"/>
</p:tagLst>
</file>

<file path=ppt/tags/tag52.xml><?xml version="1.0" encoding="utf-8"?>
<p:tagLst xmlns:p="http://schemas.openxmlformats.org/presentationml/2006/main">
  <p:tag name="RAINPROBLEM" val="ProblemItem"/>
</p:tagLst>
</file>

<file path=ppt/tags/tag53.xml><?xml version="1.0" encoding="utf-8"?>
<p:tagLst xmlns:p="http://schemas.openxmlformats.org/presentationml/2006/main">
  <p:tag name="RAINPROBLEM" val="ProblemItem"/>
</p:tagLst>
</file>

<file path=ppt/tags/tag5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5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p="http://schemas.openxmlformats.org/presentationml/2006/main">
  <p:tag name="RAINPROBLEM" val="ProblemSubmit"/>
  <p:tag name="RAINPROBLEMTYPE" val="MultipleChoice"/>
</p:tagLst>
</file>

<file path=ppt/tags/tag59.xml><?xml version="1.0" encoding="utf-8"?>
<p:tagLst xmlns:p="http://schemas.openxmlformats.org/presentationml/2006/main">
  <p:tag name="RAINPROBLEMTYPE" val="ProblemTypeMarker"/>
</p:tagLst>
</file>

<file path=ppt/tags/tag60.xml><?xml version="1.0" encoding="utf-8"?>
<p:tagLst xmlns:p="http://schemas.openxmlformats.org/presentationml/2006/main">
  <p:tag name="RAINPROBLEMTYPE" val="ProblemTypeMarker"/>
</p:tagLst>
</file>

<file path=ppt/tags/tag61.xml><?xml version="1.0" encoding="utf-8"?>
<p:tagLst xmlns:p="http://schemas.openxmlformats.org/presentationml/2006/main">
  <p:tag name="RAINPROBLEMTYPE" val="ProblemTypeMarker"/>
</p:tagLst>
</file>

<file path=ppt/tags/tag62.xml><?xml version="1.0" encoding="utf-8"?>
<p:tagLst xmlns:p="http://schemas.openxmlformats.org/presentationml/2006/main">
  <p:tag name="RAINPROBLEMTYPE" val="ProblemTypeMarker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p="http://schemas.openxmlformats.org/presentationml/2006/main">
  <p:tag name="RAINPROBLEM" val="MultipleChoice"/>
  <p:tag name="PROBLEMSCORE" val="1"/>
  <p:tag name="PROBLEMHASREMARK" val="False"/>
</p:tagLst>
</file>

<file path=ppt/tags/tag66.xml><?xml version="1.0" encoding="utf-8"?>
<p:tagLst xmlns:p="http://schemas.openxmlformats.org/presentationml/2006/main">
  <p:tag name="RAINPROBLEM" val="ProblemBody"/>
</p:tagLst>
</file>

<file path=ppt/tags/tag67.xml><?xml version="1.0" encoding="utf-8"?>
<p:tagLst xmlns:p="http://schemas.openxmlformats.org/presentationml/2006/main">
  <p:tag name="RAINPROBLEM" val="ProblemItem"/>
</p:tagLst>
</file>

<file path=ppt/tags/tag68.xml><?xml version="1.0" encoding="utf-8"?>
<p:tagLst xmlns:p="http://schemas.openxmlformats.org/presentationml/2006/main">
  <p:tag name="RAINPROBLEM" val="ProblemItem"/>
</p:tagLst>
</file>

<file path=ppt/tags/tag69.xml><?xml version="1.0" encoding="utf-8"?>
<p:tagLst xmlns:p="http://schemas.openxmlformats.org/presentationml/2006/main">
  <p:tag name="RAINPROBLEM" val="ProblemItem"/>
</p:tagLst>
</file>

<file path=ppt/tags/tag70.xml><?xml version="1.0" encoding="utf-8"?>
<p:tagLst xmlns:p="http://schemas.openxmlformats.org/presentationml/2006/main">
  <p:tag name="RAINPROBLEM" val="ProblemItem"/>
</p:tagLst>
</file>

<file path=ppt/tags/tag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5.xml><?xml version="1.0" encoding="utf-8"?>
<p:tagLst xmlns:p="http://schemas.openxmlformats.org/presentationml/2006/main">
  <p:tag name="RAINPROBLEM" val="ProblemSubmit"/>
  <p:tag name="RAINPROBLEMTYPE" val="MultipleChoice"/>
</p:tagLst>
</file>

<file path=ppt/tags/tag76.xml><?xml version="1.0" encoding="utf-8"?>
<p:tagLst xmlns:p="http://schemas.openxmlformats.org/presentationml/2006/main">
  <p:tag name="RAINPROBLEMTYPE" val="ProblemTypeMarker"/>
</p:tagLst>
</file>

<file path=ppt/tags/tag77.xml><?xml version="1.0" encoding="utf-8"?>
<p:tagLst xmlns:p="http://schemas.openxmlformats.org/presentationml/2006/main">
  <p:tag name="RAINPROBLEMTYPE" val="ProblemTypeMarker"/>
</p:tagLst>
</file>

<file path=ppt/tags/tag78.xml><?xml version="1.0" encoding="utf-8"?>
<p:tagLst xmlns:p="http://schemas.openxmlformats.org/presentationml/2006/main">
  <p:tag name="RAINPROBLEMTYPE" val="ProblemTypeMarker"/>
</p:tagLst>
</file>

<file path=ppt/tags/tag79.xml><?xml version="1.0" encoding="utf-8"?>
<p:tagLst xmlns:p="http://schemas.openxmlformats.org/presentationml/2006/main">
  <p:tag name="RAINPROBLEMTYPE" val="ProblemTypeMarker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p="http://schemas.openxmlformats.org/presentationml/2006/main">
  <p:tag name="RAINPROBLEM" val="MultipleChoice"/>
  <p:tag name="PROBLEMSCORE" val="1"/>
  <p:tag name="PROBLEMHASREMARK" val="False"/>
</p:tagLst>
</file>

<file path=ppt/tags/tag83.xml><?xml version="1.0" encoding="utf-8"?>
<p:tagLst xmlns:p="http://schemas.openxmlformats.org/presentationml/2006/main">
  <p:tag name="RAINPROBLEM" val="ProblemBody"/>
</p:tagLst>
</file>

<file path=ppt/tags/tag84.xml><?xml version="1.0" encoding="utf-8"?>
<p:tagLst xmlns:p="http://schemas.openxmlformats.org/presentationml/2006/main">
  <p:tag name="RAINPROBLEM" val="ProblemItem"/>
</p:tagLst>
</file>

<file path=ppt/tags/tag85.xml><?xml version="1.0" encoding="utf-8"?>
<p:tagLst xmlns:p="http://schemas.openxmlformats.org/presentationml/2006/main">
  <p:tag name="RAINPROBLEM" val="ProblemItem"/>
</p:tagLst>
</file>

<file path=ppt/tags/tag86.xml><?xml version="1.0" encoding="utf-8"?>
<p:tagLst xmlns:p="http://schemas.openxmlformats.org/presentationml/2006/main">
  <p:tag name="RAINPROBLEM" val="ProblemItem"/>
</p:tagLst>
</file>

<file path=ppt/tags/tag87.xml><?xml version="1.0" encoding="utf-8"?>
<p:tagLst xmlns:p="http://schemas.openxmlformats.org/presentationml/2006/main">
  <p:tag name="RAINPROBLEM" val="ProblemItem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" val="ProblemSetting"/>
  <p:tag name="RAINPROBLEMTYPE" val="MultipleChoice"/>
</p:tagLst>
</file>

<file path=ppt/tags/tag103.xml><?xml version="1.0" encoding="utf-8"?>
<p:tagLst xmlns:p="http://schemas.openxmlformats.org/presentationml/2006/main">
  <p:tag name="RAINPROBLEM" val="MultipleChoice"/>
  <p:tag name="PROBLEMSCORE" val="1"/>
</p:tagLst>
</file>

<file path=ppt/tags/tag104.xml><?xml version="1.0" encoding="utf-8"?>
<p:tagLst xmlns:p="http://schemas.openxmlformats.org/presentationml/2006/main">
  <p:tag name="COMMONDATA" val="eyJoZGlkIjoiNGNjMzczZjY1MzJmM2VjMGQ1MjI2ZmE2NDQ3ZGNiMWM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1159</Words>
  <Application>WPS 演示</Application>
  <PresentationFormat>宽屏</PresentationFormat>
  <Paragraphs>132</Paragraphs>
  <Slides>102</Slides>
  <Notes>97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102</vt:i4>
      </vt:variant>
    </vt:vector>
  </HeadingPairs>
  <TitlesOfParts>
    <vt:vector size="116" baseType="lpstr">
      <vt:lpstr>Arial</vt:lpstr>
      <vt:lpstr>宋体</vt:lpstr>
      <vt:lpstr>Wingdings</vt:lpstr>
      <vt:lpstr>微软雅黑</vt:lpstr>
      <vt:lpstr>Arial Unicode MS</vt:lpstr>
      <vt:lpstr>等线</vt:lpstr>
      <vt:lpstr>.SF NS</vt:lpstr>
      <vt:lpstr>Segoe Print</vt:lpstr>
      <vt:lpstr>Cambria Math</vt:lpstr>
      <vt:lpstr>Times New Roman</vt:lpstr>
      <vt:lpstr>Aptos</vt:lpstr>
      <vt:lpstr>Calibri</vt:lpstr>
      <vt:lpstr>BatangChe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Created by Marp</dc:creator>
  <dc:subject>PptxGenJS Presentation</dc:subject>
  <cp:lastModifiedBy>admin</cp:lastModifiedBy>
  <cp:revision>8</cp:revision>
  <dcterms:created xsi:type="dcterms:W3CDTF">2024-09-05T04:47:00Z</dcterms:created>
  <dcterms:modified xsi:type="dcterms:W3CDTF">2024-09-19T09:19:59Z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2052-12.1.0.15120</vt:lpwstr>
  </property>
  <property fmtid="{D5CDD505-2E9C-101B-9397-08002B2CF9AE}" pid="3" name="ICV">
    <vt:lpwstr>31FEF43105384BC6BA9B5CD5C00D687A_12</vt:lpwstr>
  </property>
</Properties>
</file>