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363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64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</p:sldIdLst>
  <p:sldSz cx="12192000" cy="6858000"/>
  <p:notesSz cx="6858000" cy="12192000"/>
  <p:custDataLst>
    <p:tags r:id="rId11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1" d="100"/>
          <a:sy n="201" d="100"/>
        </p:scale>
        <p:origin x="23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6" Type="http://schemas.openxmlformats.org/officeDocument/2006/relationships/tags" Target="tags/tag35.xml"/><Relationship Id="rId115" Type="http://schemas.openxmlformats.org/officeDocument/2006/relationships/tableStyles" Target="tableStyles.xml"/><Relationship Id="rId114" Type="http://schemas.openxmlformats.org/officeDocument/2006/relationships/viewProps" Target="viewProps.xml"/><Relationship Id="rId113" Type="http://schemas.openxmlformats.org/officeDocument/2006/relationships/presProps" Target="presProps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zh-CN" altLang="en-US" spc="80"/>
              <a:t>刘怡，</a:t>
            </a:r>
            <a:r>
              <a:rPr lang="en-US" altLang="zh-CN" sz="1450" spc="95">
                <a:latin typeface="Trebuchet MS" panose="020B0603020202020204"/>
                <a:cs typeface="Trebuchet MS" panose="020B0603020202020204"/>
              </a:rPr>
              <a:t>2024</a:t>
            </a:r>
            <a:r>
              <a:rPr lang="zh-CN" altLang="en-US" spc="65"/>
              <a:t>年秋季，物理与材料科学学院，⼴州⼤学</a:t>
            </a:r>
            <a:endParaRPr lang="zh-CN" altLang="en-US" sz="14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37820">
              <a:lnSpc>
                <a:spcPts val="2195"/>
              </a:lnSpc>
            </a:pPr>
            <a:fld id="{81D60167-4931-47E6-BA6A-407CBD079E47}" type="slidenum">
              <a:rPr lang="en-US" altLang="zh-CN" spc="40" smtClean="0"/>
            </a:fld>
            <a:endParaRPr lang="en-US" altLang="zh-CN" spc="4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7.xml"/><Relationship Id="rId17" Type="http://schemas.openxmlformats.org/officeDocument/2006/relationships/image" Target="../media/image7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3.png"/></Relationships>
</file>

<file path=ppt/slides/_rels/slide74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34.xml"/><Relationship Id="rId17" Type="http://schemas.openxmlformats.org/officeDocument/2006/relationships/image" Target="../media/image7.png"/><Relationship Id="rId16" Type="http://schemas.openxmlformats.org/officeDocument/2006/relationships/tags" Target="../tags/tag33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5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7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9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2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3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4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5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7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8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9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2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3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4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5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6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7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8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9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0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2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3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4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5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6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7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4904105" cy="487680"/>
          </a:xfrm>
          <a:prstGeom prst="rect">
            <a:avLst/>
          </a:prstGeom>
          <a:noFill/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algn="l"/>
            <a:r>
              <a:rPr kumimoji="1"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守恒量与对称性的关系是什么？</a:t>
            </a:r>
            <a:endParaRPr kumimoji="1"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4904105" cy="487680"/>
          </a:xfrm>
          <a:prstGeom prst="rect">
            <a:avLst/>
          </a:prstGeom>
          <a:noFill/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algn="l"/>
            <a:r>
              <a:rPr kumimoji="1"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守恒量与力学系统的对称性无关</a:t>
            </a:r>
            <a:endParaRPr kumimoji="1"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5564505" cy="487680"/>
          </a:xfrm>
          <a:prstGeom prst="rect">
            <a:avLst/>
          </a:prstGeom>
          <a:noFill/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algn="l"/>
            <a:r>
              <a:rPr kumimoji="1"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守恒量来源于力学系统的某些对称性</a:t>
            </a:r>
            <a:endParaRPr kumimoji="1"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4904105" cy="487680"/>
          </a:xfrm>
          <a:prstGeom prst="rect">
            <a:avLst/>
          </a:prstGeom>
          <a:noFill/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algn="l"/>
            <a:r>
              <a:rPr kumimoji="1"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守恒量决定了力学系统的对称性</a:t>
            </a:r>
            <a:endParaRPr kumimoji="1"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5234305" cy="487680"/>
          </a:xfrm>
          <a:prstGeom prst="rect">
            <a:avLst/>
          </a:prstGeom>
          <a:noFill/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algn="l"/>
            <a:r>
              <a:rPr kumimoji="1"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守恒量与对称性之间没有直接联系</a:t>
            </a:r>
            <a:endParaRPr kumimoji="1"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椭圆 18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圆角矩形 19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kumimoji="1"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kumimoji="1"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9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kumimoji="1"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kumimoji="1"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6555105" cy="487680"/>
          </a:xfrm>
          <a:prstGeom prst="rect">
            <a:avLst/>
          </a:prstGeom>
          <a:noFill/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algn="l"/>
            <a:r>
              <a:rPr kumimoji="1"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关于质心系的描述，以下哪一项是正确的？</a:t>
            </a:r>
            <a:endParaRPr kumimoji="1"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2922905" cy="487680"/>
          </a:xfrm>
          <a:prstGeom prst="rect">
            <a:avLst/>
          </a:prstGeom>
          <a:noFill/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algn="l"/>
            <a:r>
              <a:rPr kumimoji="1"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质心系总是惯性系</a:t>
            </a:r>
            <a:endParaRPr kumimoji="1"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4904105" cy="487680"/>
          </a:xfrm>
          <a:prstGeom prst="rect">
            <a:avLst/>
          </a:prstGeom>
          <a:noFill/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algn="l"/>
            <a:r>
              <a:rPr kumimoji="1"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相对于质心系的总动量始终为零</a:t>
            </a:r>
            <a:endParaRPr kumimoji="1"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6224905" cy="487680"/>
          </a:xfrm>
          <a:prstGeom prst="rect">
            <a:avLst/>
          </a:prstGeom>
          <a:noFill/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algn="l"/>
            <a:r>
              <a:rPr kumimoji="1"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质心系下的角动量与坐标原点的选择无关</a:t>
            </a:r>
            <a:endParaRPr kumimoji="1"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5564505" cy="487680"/>
          </a:xfrm>
          <a:prstGeom prst="rect">
            <a:avLst/>
          </a:prstGeom>
          <a:noFill/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pPr algn="l"/>
            <a:r>
              <a:rPr kumimoji="1"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质心系下的动能表达式与惯性系不同</a:t>
            </a:r>
            <a:endParaRPr kumimoji="1"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椭圆 18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圆角矩形 19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kumimoji="1"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kumimoji="1"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9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kumimoji="1"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kumimoji="1"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6.xml><?xml version="1.0" encoding="utf-8"?>
<p:tagLst xmlns:p="http://schemas.openxmlformats.org/presentationml/2006/main">
  <p:tag name="RAINPROBLEM" val="ProblemItem"/>
</p:tagLst>
</file>

<file path=ppt/tags/tag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p="http://schemas.openxmlformats.org/presentationml/2006/main">
  <p:tag name="RAINPROBLEM" val="ProblemItem"/>
</p:tagLst>
</file>

<file path=ppt/tags/tag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p="http://schemas.openxmlformats.org/presentationml/2006/main">
  <p:tag name="RAINPROBLEM" val="ProblemSubmit"/>
  <p:tag name="RAINPROBLEMTYPE" val="MultipleChoice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" val="ProblemSetting"/>
  <p:tag name="RAINPROBLEMTYPE" val="MultipleChoice"/>
</p:tagLst>
</file>

<file path=ppt/tags/tag17.xml><?xml version="1.0" encoding="utf-8"?>
<p:tagLst xmlns:p="http://schemas.openxmlformats.org/presentationml/2006/main">
  <p:tag name="RAINPROBLEM" val="MultipleChoice"/>
  <p:tag name="PROBLEMSCORE" val="1"/>
  <p:tag name="PROBLEMPROVIDER" val="AI"/>
</p:tagLst>
</file>

<file path=ppt/tags/tag18.xml><?xml version="1.0" encoding="utf-8"?>
<p:tagLst xmlns:p="http://schemas.openxmlformats.org/presentationml/2006/main">
  <p:tag name="RAINPROBLEM" val="ProblemBody"/>
</p:tagLst>
</file>

<file path=ppt/tags/tag19.xml><?xml version="1.0" encoding="utf-8"?>
<p:tagLst xmlns:p="http://schemas.openxmlformats.org/presentationml/2006/main">
  <p:tag name="RAINPROBLEM" val="ProblemItem"/>
</p:tagLst>
</file>

<file path=ppt/tags/tag2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3.xml><?xml version="1.0" encoding="utf-8"?>
<p:tagLst xmlns:p="http://schemas.openxmlformats.org/presentationml/2006/main">
  <p:tag name="RAINPROBLEM" val="ProblemItem"/>
</p:tagLst>
</file>

<file path=ppt/tags/tag2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p="http://schemas.openxmlformats.org/presentationml/2006/main">
  <p:tag name="RAINPROBLEM" val="ProblemItem"/>
</p:tagLst>
</file>

<file path=ppt/tags/tag2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p="http://schemas.openxmlformats.org/presentationml/2006/main">
  <p:tag name="RAINPROBLEM" val="ProblemSubmit"/>
  <p:tag name="RAINPROBLEMTYPE" val="MultipleChoice"/>
</p:tagLst>
</file>

<file path=ppt/tags/tag28.xml><?xml version="1.0" encoding="utf-8"?>
<p:tagLst xmlns:p="http://schemas.openxmlformats.org/presentationml/2006/main">
  <p:tag name="RAINPROBLEMTYPE" val="ProblemTypeMarker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" val="ProblemSetting"/>
  <p:tag name="RAINPROBLEMTYPE" val="MultipleChoice"/>
</p:tagLst>
</file>

<file path=ppt/tags/tag34.xml><?xml version="1.0" encoding="utf-8"?>
<p:tagLst xmlns:p="http://schemas.openxmlformats.org/presentationml/2006/main">
  <p:tag name="RAINPROBLEM" val="MultipleChoice"/>
  <p:tag name="PROBLEMSCORE" val="1"/>
  <p:tag name="PROBLEMPROVIDER" val="AI"/>
</p:tagLst>
</file>

<file path=ppt/tags/tag35.xml><?xml version="1.0" encoding="utf-8"?>
<p:tagLst xmlns:p="http://schemas.openxmlformats.org/presentationml/2006/main">
  <p:tag name="COMMONDATA" val="eyJoZGlkIjoiNGNjMzczZjY1MzJmM2VjMGQ1MjI2ZmE2NDQ3ZGNiMWM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WPS 演示</Application>
  <PresentationFormat>宽屏</PresentationFormat>
  <Paragraphs>48</Paragraphs>
  <Slides>109</Slides>
  <Notes>107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109</vt:i4>
      </vt:variant>
    </vt:vector>
  </HeadingPairs>
  <TitlesOfParts>
    <vt:vector size="118" baseType="lpstr">
      <vt:lpstr>Arial</vt:lpstr>
      <vt:lpstr>宋体</vt:lpstr>
      <vt:lpstr>Wingdings</vt:lpstr>
      <vt:lpstr>Trebuchet MS</vt:lpstr>
      <vt:lpstr>微软雅黑</vt:lpstr>
      <vt:lpstr>Arial Unicode MS</vt:lpstr>
      <vt:lpstr>等线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Created by Marp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Created by Marp</dc:creator>
  <dc:subject>PptxGenJS Presentation</dc:subject>
  <cp:lastModifiedBy>admin</cp:lastModifiedBy>
  <cp:revision>7</cp:revision>
  <dcterms:created xsi:type="dcterms:W3CDTF">2024-09-19T04:48:00Z</dcterms:created>
  <dcterms:modified xsi:type="dcterms:W3CDTF">2024-10-10T09:25:53Z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ICV">
    <vt:lpwstr>5D28E268C4314F6D8FA9673E895D0FE0_12</vt:lpwstr>
  </property>
</Properties>
</file>