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</p:sldIdLst>
  <p:notesMasterIdLst>
    <p:notesMasterId r:id="rId10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notesMaster" Target="notesMasters/notesMaster1.xml"/><Relationship Id="rId104" Type="http://schemas.openxmlformats.org/officeDocument/2006/relationships/presProps" Target="presProps.xml"/><Relationship Id="rId105" Type="http://schemas.openxmlformats.org/officeDocument/2006/relationships/viewProps" Target="viewProps.xml"/><Relationship Id="rId106" Type="http://schemas.openxmlformats.org/officeDocument/2006/relationships/theme" Target="theme/theme1.xml"/><Relationship Id="rId10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= sqrt(2/m(E-U))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x_2-x_1 = 1/(2pi) sqrt(2/m) 2 times 1/2 int_0^E ( t "d" U)/ sqrt(E-U)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101</Slides>
  <Notes>101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2024-10-12T01:24:37Z</dcterms:created>
  <dcterms:modified xsi:type="dcterms:W3CDTF">2024-10-12T01:24:37Z</dcterms:modified>
</cp:coreProperties>
</file>