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notesMasterIdLst>
    <p:notesMasterId r:id="rId9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97</Slides>
  <Notes>97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2024-09-05T04:47:01Z</dcterms:created>
  <dcterms:modified xsi:type="dcterms:W3CDTF">2024-09-05T04:47:01Z</dcterms:modified>
</cp:coreProperties>
</file>