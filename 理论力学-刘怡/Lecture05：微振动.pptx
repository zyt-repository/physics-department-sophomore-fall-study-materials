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</p:sldIdLst>
  <p:notesMasterIdLst>
    <p:notesMasterId r:id="rId2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notesMaster" Target="notesMasters/notesMaster1.xml"/><Relationship Id="rId201" Type="http://schemas.openxmlformats.org/officeDocument/2006/relationships/presProps" Target="presProps.xml"/><Relationship Id="rId202" Type="http://schemas.openxmlformats.org/officeDocument/2006/relationships/viewProps" Target="viewProps.xml"/><Relationship Id="rId203" Type="http://schemas.openxmlformats.org/officeDocument/2006/relationships/theme" Target="theme/theme1.xml"/><Relationship Id="rId2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{(a,=, sqrt(x_0^2+v_0^2/omega^2)),(alpha,=,arctan(-v_0/(omega x_0))) :}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198</Slides>
  <Notes>198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2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2024-10-21T07:00:28Z</dcterms:created>
  <dcterms:modified xsi:type="dcterms:W3CDTF">2024-10-21T07:00:28Z</dcterms:modified>
</cp:coreProperties>
</file>