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</p:sldIdLst>
  <p:notesMasterIdLst>
    <p:notesMasterId r:id="rId1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notesMaster" Target="notesMasters/notesMaster1.xml"/><Relationship Id="rId133" Type="http://schemas.openxmlformats.org/officeDocument/2006/relationships/presProps" Target="presProps.xml"/><Relationship Id="rId134" Type="http://schemas.openxmlformats.org/officeDocument/2006/relationships/viewProps" Target="viewProps.xml"/><Relationship Id="rId135" Type="http://schemas.openxmlformats.org/officeDocument/2006/relationships/theme" Target="theme/theme1.xml"/><Relationship Id="rId1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{:(d/dtm vec v ,=,color(blue)( m(vec r timesd/dtvec Omega)),+color(blue)(2m(vec v times vec Omega)),+\color(blue)(m[(\vec Omega times vec r)times vec Omega]), color(red)(-m vec W) - (partial U)/(partial r)),(,, "角加速率力","科里奥利力","离心力"):}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130</Slides>
  <Notes>130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130</vt:i4>
      </vt:variant>
    </vt:vector>
  </HeadingPairs>
  <TitlesOfParts>
    <vt:vector size="1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2024-11-04T06:40:57Z</dcterms:created>
  <dcterms:modified xsi:type="dcterms:W3CDTF">2024-11-04T06:40:57Z</dcterms:modified>
</cp:coreProperties>
</file>